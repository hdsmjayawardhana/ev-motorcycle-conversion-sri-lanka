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3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B0055-9BFF-44B0-949D-84AEDD7AA3D7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E9999-FA46-43A3-AA8B-52E2EC5BA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move on to the key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E9999-FA46-43A3-AA8B-52E2EC5BAC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7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analysis to access conversion costs and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E9999-FA46-43A3-AA8B-52E2EC5BAC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99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conclusion,this</a:t>
            </a:r>
            <a:r>
              <a:rPr lang="en-US" dirty="0"/>
              <a:t> project addresses critical challenges in </a:t>
            </a:r>
            <a:r>
              <a:rPr lang="en-US" dirty="0" err="1"/>
              <a:t>sri</a:t>
            </a:r>
            <a:r>
              <a:rPr lang="en-US" dirty="0"/>
              <a:t> </a:t>
            </a:r>
            <a:r>
              <a:rPr lang="en-US" dirty="0" err="1"/>
              <a:t>lankas</a:t>
            </a:r>
            <a:r>
              <a:rPr lang="en-US" dirty="0"/>
              <a:t> transportation sector by promoting EV </a:t>
            </a:r>
            <a:r>
              <a:rPr lang="en-US" dirty="0" err="1"/>
              <a:t>conversions.By</a:t>
            </a:r>
            <a:r>
              <a:rPr lang="en-US" dirty="0"/>
              <a:t> integrating </a:t>
            </a:r>
            <a:r>
              <a:rPr lang="en-US" dirty="0" err="1"/>
              <a:t>rene.energy</a:t>
            </a:r>
            <a:r>
              <a:rPr lang="en-US" dirty="0"/>
              <a:t> and providing cost-effective </a:t>
            </a:r>
            <a:r>
              <a:rPr lang="en-US" dirty="0" err="1"/>
              <a:t>sol,it</a:t>
            </a:r>
            <a:r>
              <a:rPr lang="en-US" dirty="0"/>
              <a:t> </a:t>
            </a:r>
            <a:r>
              <a:rPr lang="en-US"/>
              <a:t>contri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E9999-FA46-43A3-AA8B-52E2EC5BAC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50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E9999-FA46-43A3-AA8B-52E2EC5BAC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1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34343"/>
                </a:solidFill>
                <a:latin typeface="Javanese Text"/>
                <a:cs typeface="Javanese Tex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34343"/>
                </a:solidFill>
                <a:latin typeface="Javanese Text"/>
                <a:cs typeface="Javanese Tex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34343"/>
                </a:solidFill>
                <a:latin typeface="Javanese Text"/>
                <a:cs typeface="Javanese Tex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34343"/>
                </a:solidFill>
                <a:latin typeface="Javanese Text"/>
                <a:cs typeface="Javanese Tex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8412" y="1029411"/>
            <a:ext cx="413766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34343"/>
                </a:solidFill>
                <a:latin typeface="Javanese Text"/>
                <a:cs typeface="Javanese Tex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8412" y="1578610"/>
            <a:ext cx="4878070" cy="1671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34343"/>
                </a:solidFill>
                <a:latin typeface="Javanese Text"/>
                <a:cs typeface="Javanese Tex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020" y="261924"/>
            <a:ext cx="8549005" cy="4619625"/>
            <a:chOff x="595020" y="261924"/>
            <a:chExt cx="8549005" cy="4619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7140" y="261924"/>
              <a:ext cx="5356860" cy="4619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5020" y="609600"/>
              <a:ext cx="5947410" cy="3597275"/>
            </a:xfrm>
            <a:custGeom>
              <a:avLst/>
              <a:gdLst/>
              <a:ahLst/>
              <a:cxnLst/>
              <a:rect l="l" t="t" r="r" b="b"/>
              <a:pathLst>
                <a:path w="5947409" h="3597275">
                  <a:moveTo>
                    <a:pt x="5947029" y="0"/>
                  </a:moveTo>
                  <a:lnTo>
                    <a:pt x="0" y="0"/>
                  </a:lnTo>
                  <a:lnTo>
                    <a:pt x="0" y="3596894"/>
                  </a:lnTo>
                  <a:lnTo>
                    <a:pt x="5947029" y="3596894"/>
                  </a:lnTo>
                  <a:lnTo>
                    <a:pt x="5947029" y="0"/>
                  </a:lnTo>
                  <a:close/>
                </a:path>
              </a:pathLst>
            </a:custGeom>
            <a:solidFill>
              <a:srgbClr val="908269">
                <a:alpha val="8627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18412" y="3292551"/>
            <a:ext cx="20497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40" dirty="0">
                <a:solidFill>
                  <a:srgbClr val="FFFFFF"/>
                </a:solidFill>
                <a:latin typeface="Tahoma"/>
                <a:cs typeface="Tahoma"/>
              </a:rPr>
              <a:t>E/19/169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20" dirty="0">
                <a:solidFill>
                  <a:srgbClr val="FFFFFF"/>
                </a:solidFill>
                <a:latin typeface="Tahoma"/>
                <a:cs typeface="Tahoma"/>
              </a:rPr>
              <a:t>JAY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AWARDHA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NA</a:t>
            </a:r>
            <a:r>
              <a:rPr sz="16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HDSM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Feasibility</a:t>
            </a:r>
            <a:r>
              <a:rPr spc="-135" dirty="0"/>
              <a:t> </a:t>
            </a:r>
            <a:r>
              <a:rPr spc="-20" dirty="0"/>
              <a:t>Study</a:t>
            </a:r>
            <a:r>
              <a:rPr spc="-135" dirty="0"/>
              <a:t> </a:t>
            </a:r>
            <a:r>
              <a:rPr spc="-15" dirty="0"/>
              <a:t>and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Implementation </a:t>
            </a:r>
            <a:r>
              <a:rPr spc="-10" dirty="0"/>
              <a:t>of </a:t>
            </a:r>
            <a:r>
              <a:rPr spc="-20" dirty="0"/>
              <a:t>EV </a:t>
            </a:r>
            <a:r>
              <a:rPr spc="-15" dirty="0"/>
              <a:t> </a:t>
            </a:r>
            <a:r>
              <a:rPr spc="-30" dirty="0"/>
              <a:t>Conversions </a:t>
            </a:r>
            <a:r>
              <a:rPr spc="-15" dirty="0"/>
              <a:t>for </a:t>
            </a:r>
            <a:r>
              <a:rPr spc="-10" dirty="0"/>
              <a:t> </a:t>
            </a:r>
            <a:r>
              <a:rPr spc="-30" dirty="0"/>
              <a:t>Motorcycles</a:t>
            </a:r>
            <a:r>
              <a:rPr spc="-105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15" dirty="0"/>
              <a:t>Sri</a:t>
            </a:r>
            <a:r>
              <a:rPr spc="-100" dirty="0"/>
              <a:t> </a:t>
            </a:r>
            <a:r>
              <a:rPr spc="-25" dirty="0"/>
              <a:t>Lanka</a:t>
            </a:r>
          </a:p>
        </p:txBody>
      </p:sp>
      <p:sp>
        <p:nvSpPr>
          <p:cNvPr id="8" name="object 8"/>
          <p:cNvSpPr/>
          <p:nvPr/>
        </p:nvSpPr>
        <p:spPr>
          <a:xfrm>
            <a:off x="8923019" y="847725"/>
            <a:ext cx="221615" cy="3359150"/>
          </a:xfrm>
          <a:custGeom>
            <a:avLst/>
            <a:gdLst/>
            <a:ahLst/>
            <a:cxnLst/>
            <a:rect l="l" t="t" r="r" b="b"/>
            <a:pathLst>
              <a:path w="221615" h="3359150">
                <a:moveTo>
                  <a:pt x="221094" y="0"/>
                </a:moveTo>
                <a:lnTo>
                  <a:pt x="0" y="0"/>
                </a:lnTo>
                <a:lnTo>
                  <a:pt x="0" y="3358769"/>
                </a:lnTo>
                <a:lnTo>
                  <a:pt x="221094" y="3358769"/>
                </a:lnTo>
                <a:lnTo>
                  <a:pt x="221094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191" y="340563"/>
            <a:ext cx="21043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5" dirty="0">
                <a:latin typeface="Tahoma"/>
                <a:cs typeface="Tahoma"/>
              </a:rPr>
              <a:t>SUPERV</a:t>
            </a:r>
            <a:r>
              <a:rPr sz="2400" b="1" spc="-100" dirty="0">
                <a:latin typeface="Tahoma"/>
                <a:cs typeface="Tahoma"/>
              </a:rPr>
              <a:t>I</a:t>
            </a:r>
            <a:r>
              <a:rPr sz="2400" b="1" spc="-75" dirty="0">
                <a:latin typeface="Tahoma"/>
                <a:cs typeface="Tahoma"/>
              </a:rPr>
              <a:t>SO</a:t>
            </a:r>
            <a:r>
              <a:rPr sz="2400" b="1" spc="-85" dirty="0">
                <a:latin typeface="Tahoma"/>
                <a:cs typeface="Tahoma"/>
              </a:rPr>
              <a:t>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" y="0"/>
            <a:ext cx="714375" cy="548640"/>
          </a:xfrm>
          <a:custGeom>
            <a:avLst/>
            <a:gdLst/>
            <a:ahLst/>
            <a:cxnLst/>
            <a:rect l="l" t="t" r="r" b="b"/>
            <a:pathLst>
              <a:path w="714375" h="548640">
                <a:moveTo>
                  <a:pt x="714299" y="0"/>
                </a:moveTo>
                <a:lnTo>
                  <a:pt x="0" y="0"/>
                </a:lnTo>
                <a:lnTo>
                  <a:pt x="0" y="548386"/>
                </a:lnTo>
                <a:lnTo>
                  <a:pt x="714299" y="548386"/>
                </a:lnTo>
                <a:lnTo>
                  <a:pt x="714299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19875" y="4252200"/>
            <a:ext cx="2524125" cy="891540"/>
          </a:xfrm>
          <a:custGeom>
            <a:avLst/>
            <a:gdLst/>
            <a:ahLst/>
            <a:cxnLst/>
            <a:rect l="l" t="t" r="r" b="b"/>
            <a:pathLst>
              <a:path w="2524125" h="891539">
                <a:moveTo>
                  <a:pt x="2524125" y="0"/>
                </a:moveTo>
                <a:lnTo>
                  <a:pt x="0" y="0"/>
                </a:lnTo>
                <a:lnTo>
                  <a:pt x="0" y="891297"/>
                </a:lnTo>
                <a:lnTo>
                  <a:pt x="2524125" y="891297"/>
                </a:lnTo>
                <a:lnTo>
                  <a:pt x="2524125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08429" y="3096514"/>
            <a:ext cx="1776730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5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Supervisor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Ms.</a:t>
            </a:r>
            <a:r>
              <a:rPr sz="12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Lekha</a:t>
            </a:r>
            <a:r>
              <a:rPr sz="1200" spc="-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Bakmeedeniya </a:t>
            </a:r>
            <a:r>
              <a:rPr sz="1200" spc="-3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Univesity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of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Peradeniya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4270" y="1136650"/>
            <a:ext cx="1368806" cy="1673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4830" y="1136650"/>
            <a:ext cx="1432559" cy="16734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89016" y="3120009"/>
            <a:ext cx="2008505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5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Co</a:t>
            </a:r>
            <a:r>
              <a:rPr sz="1400" b="1" u="sng" spc="-4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-</a:t>
            </a:r>
            <a:r>
              <a:rPr sz="1400" b="1" u="sng" spc="-25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5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Supervisor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latin typeface="Arial MT"/>
                <a:cs typeface="Arial MT"/>
              </a:rPr>
              <a:t>Eng.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Tharanga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Wickramarathna </a:t>
            </a:r>
            <a:r>
              <a:rPr sz="1100" spc="-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Project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Manager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latin typeface="Arial MT"/>
                <a:cs typeface="Arial MT"/>
              </a:rPr>
              <a:t>Ceylon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Electricity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Board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8792" y="3311905"/>
            <a:ext cx="326907" cy="35433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776" y="3306445"/>
            <a:ext cx="326898" cy="354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546" y="243078"/>
            <a:ext cx="33530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b="1" spc="-2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10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400" b="1" spc="-1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b="1" spc="-9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5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b="1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35" dirty="0">
                <a:latin typeface="Arial" panose="020B0604020202020204" pitchFamily="34" charset="0"/>
                <a:cs typeface="Arial" panose="020B0604020202020204" pitchFamily="34" charset="0"/>
              </a:rPr>
              <a:t>CONTEN</a:t>
            </a:r>
            <a:r>
              <a:rPr sz="2400" b="1" spc="-4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b="1" spc="-8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666"/>
            <a:ext cx="3225165" cy="5140960"/>
          </a:xfrm>
          <a:custGeom>
            <a:avLst/>
            <a:gdLst/>
            <a:ahLst/>
            <a:cxnLst/>
            <a:rect l="l" t="t" r="r" b="b"/>
            <a:pathLst>
              <a:path w="3225165" h="5140960">
                <a:moveTo>
                  <a:pt x="3225038" y="0"/>
                </a:moveTo>
                <a:lnTo>
                  <a:pt x="0" y="0"/>
                </a:lnTo>
                <a:lnTo>
                  <a:pt x="0" y="5140832"/>
                </a:lnTo>
                <a:lnTo>
                  <a:pt x="3225038" y="5140832"/>
                </a:lnTo>
                <a:lnTo>
                  <a:pt x="3225038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5391" y="1411985"/>
            <a:ext cx="114667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5391" y="1009903"/>
            <a:ext cx="140829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6057" y="870580"/>
            <a:ext cx="337820" cy="3416961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20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650"/>
              </a:spcBef>
            </a:pP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20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645"/>
              </a:spcBef>
            </a:pP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20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20"/>
              </a:spcBef>
            </a:pP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05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06</a:t>
            </a:r>
            <a:endParaRPr sz="20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09"/>
              </a:spcBef>
            </a:pP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07</a:t>
            </a:r>
            <a:endParaRPr sz="20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95"/>
              </a:spcBef>
            </a:pP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08</a:t>
            </a:r>
            <a:endParaRPr lang="en-US" sz="2000" b="1" spc="-80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95"/>
              </a:spcBef>
            </a:pPr>
            <a:r>
              <a:rPr lang="en-US" sz="2000" b="1" spc="-80" dirty="0">
                <a:solidFill>
                  <a:srgbClr val="FFFFFF"/>
                </a:solidFill>
                <a:latin typeface="Tahoma"/>
                <a:cs typeface="Tahoma"/>
              </a:rPr>
              <a:t>09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5391" y="1798533"/>
            <a:ext cx="203277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COPE</a:t>
            </a:r>
            <a:r>
              <a:rPr sz="1400" b="1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400" b="1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400" b="1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14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5391" y="3322114"/>
            <a:ext cx="24555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SIGNIFICANCE OF PROJECT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5393" y="2190797"/>
            <a:ext cx="158000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5391" y="2579060"/>
            <a:ext cx="23716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b="1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="1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b="1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PEC</a:t>
            </a:r>
            <a:r>
              <a:rPr lang="en-US" sz="14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b="1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en-US" sz="1400" b="1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400" b="1" spc="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4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b="1" spc="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sz="14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75" dirty="0">
              <a:solidFill>
                <a:srgbClr val="434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5391" y="3650107"/>
            <a:ext cx="293306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AND MITIGATIONS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58458" y="1148080"/>
            <a:ext cx="2144395" cy="3002915"/>
            <a:chOff x="6458458" y="1148080"/>
            <a:chExt cx="2144395" cy="3002915"/>
          </a:xfrm>
        </p:grpSpPr>
        <p:sp>
          <p:nvSpPr>
            <p:cNvPr id="13" name="object 13"/>
            <p:cNvSpPr/>
            <p:nvPr/>
          </p:nvSpPr>
          <p:spPr>
            <a:xfrm>
              <a:off x="7175754" y="1337945"/>
              <a:ext cx="241300" cy="1443990"/>
            </a:xfrm>
            <a:custGeom>
              <a:avLst/>
              <a:gdLst/>
              <a:ahLst/>
              <a:cxnLst/>
              <a:rect l="l" t="t" r="r" b="b"/>
              <a:pathLst>
                <a:path w="241300" h="1443989">
                  <a:moveTo>
                    <a:pt x="2413" y="0"/>
                  </a:moveTo>
                  <a:lnTo>
                    <a:pt x="0" y="917574"/>
                  </a:lnTo>
                  <a:lnTo>
                    <a:pt x="238378" y="1443481"/>
                  </a:lnTo>
                  <a:lnTo>
                    <a:pt x="240792" y="525906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14895" y="1842643"/>
              <a:ext cx="334645" cy="951230"/>
            </a:xfrm>
            <a:custGeom>
              <a:avLst/>
              <a:gdLst/>
              <a:ahLst/>
              <a:cxnLst/>
              <a:rect l="l" t="t" r="r" b="b"/>
              <a:pathLst>
                <a:path w="334645" h="951230">
                  <a:moveTo>
                    <a:pt x="178180" y="0"/>
                  </a:moveTo>
                  <a:lnTo>
                    <a:pt x="146050" y="0"/>
                  </a:lnTo>
                  <a:lnTo>
                    <a:pt x="131318" y="0"/>
                  </a:lnTo>
                  <a:lnTo>
                    <a:pt x="124459" y="889"/>
                  </a:lnTo>
                  <a:lnTo>
                    <a:pt x="115697" y="889"/>
                  </a:lnTo>
                  <a:lnTo>
                    <a:pt x="77597" y="5334"/>
                  </a:lnTo>
                  <a:lnTo>
                    <a:pt x="69976" y="7112"/>
                  </a:lnTo>
                  <a:lnTo>
                    <a:pt x="61849" y="7874"/>
                  </a:lnTo>
                  <a:lnTo>
                    <a:pt x="53721" y="9779"/>
                  </a:lnTo>
                  <a:lnTo>
                    <a:pt x="46100" y="10668"/>
                  </a:lnTo>
                  <a:lnTo>
                    <a:pt x="16890" y="17780"/>
                  </a:lnTo>
                  <a:lnTo>
                    <a:pt x="2158" y="22098"/>
                  </a:lnTo>
                  <a:lnTo>
                    <a:pt x="0" y="939673"/>
                  </a:lnTo>
                  <a:lnTo>
                    <a:pt x="27622" y="932735"/>
                  </a:lnTo>
                  <a:lnTo>
                    <a:pt x="40766" y="930021"/>
                  </a:lnTo>
                  <a:lnTo>
                    <a:pt x="51307" y="927227"/>
                  </a:lnTo>
                  <a:lnTo>
                    <a:pt x="59435" y="925576"/>
                  </a:lnTo>
                  <a:lnTo>
                    <a:pt x="67690" y="924687"/>
                  </a:lnTo>
                  <a:lnTo>
                    <a:pt x="98044" y="920115"/>
                  </a:lnTo>
                  <a:lnTo>
                    <a:pt x="105663" y="920115"/>
                  </a:lnTo>
                  <a:lnTo>
                    <a:pt x="120269" y="918464"/>
                  </a:lnTo>
                  <a:lnTo>
                    <a:pt x="175259" y="918464"/>
                  </a:lnTo>
                  <a:lnTo>
                    <a:pt x="209676" y="921131"/>
                  </a:lnTo>
                  <a:lnTo>
                    <a:pt x="219582" y="922909"/>
                  </a:lnTo>
                  <a:lnTo>
                    <a:pt x="231394" y="924687"/>
                  </a:lnTo>
                  <a:lnTo>
                    <a:pt x="241300" y="925576"/>
                  </a:lnTo>
                  <a:lnTo>
                    <a:pt x="252983" y="928116"/>
                  </a:lnTo>
                  <a:lnTo>
                    <a:pt x="262889" y="930021"/>
                  </a:lnTo>
                  <a:lnTo>
                    <a:pt x="275208" y="933577"/>
                  </a:lnTo>
                  <a:lnTo>
                    <a:pt x="285114" y="936117"/>
                  </a:lnTo>
                  <a:lnTo>
                    <a:pt x="319214" y="946340"/>
                  </a:lnTo>
                  <a:lnTo>
                    <a:pt x="325592" y="948590"/>
                  </a:lnTo>
                  <a:lnTo>
                    <a:pt x="331850" y="951103"/>
                  </a:lnTo>
                  <a:lnTo>
                    <a:pt x="334136" y="32639"/>
                  </a:lnTo>
                  <a:lnTo>
                    <a:pt x="327941" y="30144"/>
                  </a:lnTo>
                  <a:lnTo>
                    <a:pt x="309118" y="23876"/>
                  </a:lnTo>
                  <a:lnTo>
                    <a:pt x="305561" y="22987"/>
                  </a:lnTo>
                  <a:lnTo>
                    <a:pt x="302005" y="21209"/>
                  </a:lnTo>
                  <a:lnTo>
                    <a:pt x="299720" y="21209"/>
                  </a:lnTo>
                  <a:lnTo>
                    <a:pt x="278129" y="14986"/>
                  </a:lnTo>
                  <a:lnTo>
                    <a:pt x="265175" y="12319"/>
                  </a:lnTo>
                  <a:lnTo>
                    <a:pt x="259969" y="10668"/>
                  </a:lnTo>
                  <a:lnTo>
                    <a:pt x="255904" y="9779"/>
                  </a:lnTo>
                  <a:lnTo>
                    <a:pt x="221996" y="4318"/>
                  </a:lnTo>
                  <a:lnTo>
                    <a:pt x="215519" y="3556"/>
                  </a:lnTo>
                  <a:lnTo>
                    <a:pt x="212089" y="3556"/>
                  </a:lnTo>
                  <a:lnTo>
                    <a:pt x="199771" y="1778"/>
                  </a:lnTo>
                  <a:lnTo>
                    <a:pt x="178180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47254" y="1357376"/>
              <a:ext cx="257810" cy="1435735"/>
            </a:xfrm>
            <a:custGeom>
              <a:avLst/>
              <a:gdLst/>
              <a:ahLst/>
              <a:cxnLst/>
              <a:rect l="l" t="t" r="r" b="b"/>
              <a:pathLst>
                <a:path w="257809" h="1435735">
                  <a:moveTo>
                    <a:pt x="257810" y="0"/>
                  </a:moveTo>
                  <a:lnTo>
                    <a:pt x="2413" y="517906"/>
                  </a:lnTo>
                  <a:lnTo>
                    <a:pt x="0" y="1435608"/>
                  </a:lnTo>
                  <a:lnTo>
                    <a:pt x="255397" y="917448"/>
                  </a:lnTo>
                  <a:lnTo>
                    <a:pt x="257810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52298" y="1276349"/>
              <a:ext cx="1452880" cy="1016000"/>
            </a:xfrm>
            <a:custGeom>
              <a:avLst/>
              <a:gdLst/>
              <a:ahLst/>
              <a:cxnLst/>
              <a:rect l="l" t="t" r="r" b="b"/>
              <a:pathLst>
                <a:path w="1452879" h="1016000">
                  <a:moveTo>
                    <a:pt x="866025" y="793623"/>
                  </a:moveTo>
                  <a:lnTo>
                    <a:pt x="627646" y="267589"/>
                  </a:lnTo>
                  <a:lnTo>
                    <a:pt x="580021" y="284314"/>
                  </a:lnTo>
                  <a:lnTo>
                    <a:pt x="533336" y="302920"/>
                  </a:lnTo>
                  <a:lnTo>
                    <a:pt x="487667" y="323380"/>
                  </a:lnTo>
                  <a:lnTo>
                    <a:pt x="443077" y="345668"/>
                  </a:lnTo>
                  <a:lnTo>
                    <a:pt x="399669" y="369747"/>
                  </a:lnTo>
                  <a:lnTo>
                    <a:pt x="357517" y="395617"/>
                  </a:lnTo>
                  <a:lnTo>
                    <a:pt x="316687" y="423227"/>
                  </a:lnTo>
                  <a:lnTo>
                    <a:pt x="277291" y="452564"/>
                  </a:lnTo>
                  <a:lnTo>
                    <a:pt x="239395" y="483603"/>
                  </a:lnTo>
                  <a:lnTo>
                    <a:pt x="203073" y="516318"/>
                  </a:lnTo>
                  <a:lnTo>
                    <a:pt x="168414" y="550684"/>
                  </a:lnTo>
                  <a:lnTo>
                    <a:pt x="135509" y="586663"/>
                  </a:lnTo>
                  <a:lnTo>
                    <a:pt x="104432" y="624255"/>
                  </a:lnTo>
                  <a:lnTo>
                    <a:pt x="75260" y="663409"/>
                  </a:lnTo>
                  <a:lnTo>
                    <a:pt x="48069" y="704126"/>
                  </a:lnTo>
                  <a:lnTo>
                    <a:pt x="22961" y="746353"/>
                  </a:lnTo>
                  <a:lnTo>
                    <a:pt x="0" y="790067"/>
                  </a:lnTo>
                  <a:lnTo>
                    <a:pt x="592594" y="1015492"/>
                  </a:lnTo>
                  <a:lnTo>
                    <a:pt x="618223" y="970826"/>
                  </a:lnTo>
                  <a:lnTo>
                    <a:pt x="649262" y="930148"/>
                  </a:lnTo>
                  <a:lnTo>
                    <a:pt x="685139" y="893648"/>
                  </a:lnTo>
                  <a:lnTo>
                    <a:pt x="725322" y="861542"/>
                  </a:lnTo>
                  <a:lnTo>
                    <a:pt x="769226" y="834034"/>
                  </a:lnTo>
                  <a:lnTo>
                    <a:pt x="816305" y="811326"/>
                  </a:lnTo>
                  <a:lnTo>
                    <a:pt x="866025" y="793623"/>
                  </a:lnTo>
                  <a:close/>
                </a:path>
                <a:path w="1452879" h="1016000">
                  <a:moveTo>
                    <a:pt x="1452765" y="81026"/>
                  </a:moveTo>
                  <a:lnTo>
                    <a:pt x="1404175" y="64071"/>
                  </a:lnTo>
                  <a:lnTo>
                    <a:pt x="1355394" y="49085"/>
                  </a:lnTo>
                  <a:lnTo>
                    <a:pt x="1306449" y="36093"/>
                  </a:lnTo>
                  <a:lnTo>
                    <a:pt x="1257350" y="25082"/>
                  </a:lnTo>
                  <a:lnTo>
                    <a:pt x="1208125" y="16065"/>
                  </a:lnTo>
                  <a:lnTo>
                    <a:pt x="1158811" y="9042"/>
                  </a:lnTo>
                  <a:lnTo>
                    <a:pt x="1109421" y="4025"/>
                  </a:lnTo>
                  <a:lnTo>
                    <a:pt x="1059992" y="1016"/>
                  </a:lnTo>
                  <a:lnTo>
                    <a:pt x="1010551" y="0"/>
                  </a:lnTo>
                  <a:lnTo>
                    <a:pt x="962215" y="965"/>
                  </a:lnTo>
                  <a:lnTo>
                    <a:pt x="913904" y="3848"/>
                  </a:lnTo>
                  <a:lnTo>
                    <a:pt x="865632" y="8648"/>
                  </a:lnTo>
                  <a:lnTo>
                    <a:pt x="817448" y="15367"/>
                  </a:lnTo>
                  <a:lnTo>
                    <a:pt x="769340" y="24028"/>
                  </a:lnTo>
                  <a:lnTo>
                    <a:pt x="721372" y="34620"/>
                  </a:lnTo>
                  <a:lnTo>
                    <a:pt x="673531" y="47142"/>
                  </a:lnTo>
                  <a:lnTo>
                    <a:pt x="625868" y="61595"/>
                  </a:lnTo>
                  <a:lnTo>
                    <a:pt x="864247" y="587502"/>
                  </a:lnTo>
                  <a:lnTo>
                    <a:pt x="901496" y="577888"/>
                  </a:lnTo>
                  <a:lnTo>
                    <a:pt x="938936" y="570979"/>
                  </a:lnTo>
                  <a:lnTo>
                    <a:pt x="976490" y="566813"/>
                  </a:lnTo>
                  <a:lnTo>
                    <a:pt x="1014107" y="565404"/>
                  </a:lnTo>
                  <a:lnTo>
                    <a:pt x="1060259" y="567499"/>
                  </a:lnTo>
                  <a:lnTo>
                    <a:pt x="1106258" y="573786"/>
                  </a:lnTo>
                  <a:lnTo>
                    <a:pt x="1151991" y="584263"/>
                  </a:lnTo>
                  <a:lnTo>
                    <a:pt x="1197368" y="598944"/>
                  </a:lnTo>
                  <a:lnTo>
                    <a:pt x="1452765" y="81026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42480" y="2069972"/>
              <a:ext cx="274955" cy="933450"/>
            </a:xfrm>
            <a:custGeom>
              <a:avLst/>
              <a:gdLst/>
              <a:ahLst/>
              <a:cxnLst/>
              <a:rect l="l" t="t" r="r" b="b"/>
              <a:pathLst>
                <a:path w="274954" h="933450">
                  <a:moveTo>
                    <a:pt x="274700" y="0"/>
                  </a:moveTo>
                  <a:lnTo>
                    <a:pt x="268859" y="2539"/>
                  </a:lnTo>
                  <a:lnTo>
                    <a:pt x="261874" y="4444"/>
                  </a:lnTo>
                  <a:lnTo>
                    <a:pt x="254889" y="6984"/>
                  </a:lnTo>
                  <a:lnTo>
                    <a:pt x="235076" y="14985"/>
                  </a:lnTo>
                  <a:lnTo>
                    <a:pt x="227456" y="17652"/>
                  </a:lnTo>
                  <a:lnTo>
                    <a:pt x="201041" y="29209"/>
                  </a:lnTo>
                  <a:lnTo>
                    <a:pt x="188849" y="35306"/>
                  </a:lnTo>
                  <a:lnTo>
                    <a:pt x="183006" y="38862"/>
                  </a:lnTo>
                  <a:lnTo>
                    <a:pt x="177165" y="41528"/>
                  </a:lnTo>
                  <a:lnTo>
                    <a:pt x="171196" y="45084"/>
                  </a:lnTo>
                  <a:lnTo>
                    <a:pt x="169037" y="46862"/>
                  </a:lnTo>
                  <a:lnTo>
                    <a:pt x="153797" y="55625"/>
                  </a:lnTo>
                  <a:lnTo>
                    <a:pt x="149098" y="59181"/>
                  </a:lnTo>
                  <a:lnTo>
                    <a:pt x="144399" y="61849"/>
                  </a:lnTo>
                  <a:lnTo>
                    <a:pt x="126238" y="74294"/>
                  </a:lnTo>
                  <a:lnTo>
                    <a:pt x="108076" y="89281"/>
                  </a:lnTo>
                  <a:lnTo>
                    <a:pt x="95885" y="99949"/>
                  </a:lnTo>
                  <a:lnTo>
                    <a:pt x="92455" y="102488"/>
                  </a:lnTo>
                  <a:lnTo>
                    <a:pt x="86614" y="108712"/>
                  </a:lnTo>
                  <a:lnTo>
                    <a:pt x="79501" y="115824"/>
                  </a:lnTo>
                  <a:lnTo>
                    <a:pt x="73660" y="121157"/>
                  </a:lnTo>
                  <a:lnTo>
                    <a:pt x="63753" y="131699"/>
                  </a:lnTo>
                  <a:lnTo>
                    <a:pt x="56134" y="140462"/>
                  </a:lnTo>
                  <a:lnTo>
                    <a:pt x="49656" y="148462"/>
                  </a:lnTo>
                  <a:lnTo>
                    <a:pt x="46736" y="151129"/>
                  </a:lnTo>
                  <a:lnTo>
                    <a:pt x="44450" y="154685"/>
                  </a:lnTo>
                  <a:lnTo>
                    <a:pt x="42037" y="157225"/>
                  </a:lnTo>
                  <a:lnTo>
                    <a:pt x="35051" y="167004"/>
                  </a:lnTo>
                  <a:lnTo>
                    <a:pt x="31623" y="171450"/>
                  </a:lnTo>
                  <a:lnTo>
                    <a:pt x="28701" y="176783"/>
                  </a:lnTo>
                  <a:lnTo>
                    <a:pt x="25146" y="181101"/>
                  </a:lnTo>
                  <a:lnTo>
                    <a:pt x="23495" y="184657"/>
                  </a:lnTo>
                  <a:lnTo>
                    <a:pt x="19939" y="189991"/>
                  </a:lnTo>
                  <a:lnTo>
                    <a:pt x="15875" y="195325"/>
                  </a:lnTo>
                  <a:lnTo>
                    <a:pt x="12953" y="201549"/>
                  </a:lnTo>
                  <a:lnTo>
                    <a:pt x="10541" y="205866"/>
                  </a:lnTo>
                  <a:lnTo>
                    <a:pt x="8254" y="209422"/>
                  </a:lnTo>
                  <a:lnTo>
                    <a:pt x="5842" y="213868"/>
                  </a:lnTo>
                  <a:lnTo>
                    <a:pt x="2413" y="220979"/>
                  </a:lnTo>
                  <a:lnTo>
                    <a:pt x="0" y="933450"/>
                  </a:lnTo>
                  <a:lnTo>
                    <a:pt x="3555" y="927353"/>
                  </a:lnTo>
                  <a:lnTo>
                    <a:pt x="10541" y="913891"/>
                  </a:lnTo>
                  <a:lnTo>
                    <a:pt x="10541" y="913129"/>
                  </a:lnTo>
                  <a:lnTo>
                    <a:pt x="17018" y="901572"/>
                  </a:lnTo>
                  <a:lnTo>
                    <a:pt x="22733" y="892682"/>
                  </a:lnTo>
                  <a:lnTo>
                    <a:pt x="26416" y="887476"/>
                  </a:lnTo>
                  <a:lnTo>
                    <a:pt x="33274" y="876807"/>
                  </a:lnTo>
                  <a:lnTo>
                    <a:pt x="35687" y="874268"/>
                  </a:lnTo>
                  <a:lnTo>
                    <a:pt x="37465" y="871601"/>
                  </a:lnTo>
                  <a:lnTo>
                    <a:pt x="39750" y="868933"/>
                  </a:lnTo>
                  <a:lnTo>
                    <a:pt x="41528" y="866266"/>
                  </a:lnTo>
                  <a:lnTo>
                    <a:pt x="58420" y="845946"/>
                  </a:lnTo>
                  <a:lnTo>
                    <a:pt x="61341" y="843279"/>
                  </a:lnTo>
                  <a:lnTo>
                    <a:pt x="63753" y="839724"/>
                  </a:lnTo>
                  <a:lnTo>
                    <a:pt x="66040" y="837945"/>
                  </a:lnTo>
                  <a:lnTo>
                    <a:pt x="68452" y="835278"/>
                  </a:lnTo>
                  <a:lnTo>
                    <a:pt x="70739" y="833501"/>
                  </a:lnTo>
                  <a:lnTo>
                    <a:pt x="73660" y="829944"/>
                  </a:lnTo>
                  <a:lnTo>
                    <a:pt x="76580" y="827404"/>
                  </a:lnTo>
                  <a:lnTo>
                    <a:pt x="83693" y="820293"/>
                  </a:lnTo>
                  <a:lnTo>
                    <a:pt x="92964" y="811529"/>
                  </a:lnTo>
                  <a:lnTo>
                    <a:pt x="109347" y="797306"/>
                  </a:lnTo>
                  <a:lnTo>
                    <a:pt x="118110" y="790320"/>
                  </a:lnTo>
                  <a:lnTo>
                    <a:pt x="123317" y="785876"/>
                  </a:lnTo>
                  <a:lnTo>
                    <a:pt x="129159" y="782319"/>
                  </a:lnTo>
                  <a:lnTo>
                    <a:pt x="132715" y="779652"/>
                  </a:lnTo>
                  <a:lnTo>
                    <a:pt x="136778" y="776985"/>
                  </a:lnTo>
                  <a:lnTo>
                    <a:pt x="141477" y="773429"/>
                  </a:lnTo>
                  <a:lnTo>
                    <a:pt x="146176" y="770763"/>
                  </a:lnTo>
                  <a:lnTo>
                    <a:pt x="150875" y="767207"/>
                  </a:lnTo>
                  <a:lnTo>
                    <a:pt x="156083" y="764539"/>
                  </a:lnTo>
                  <a:lnTo>
                    <a:pt x="160781" y="761110"/>
                  </a:lnTo>
                  <a:lnTo>
                    <a:pt x="166116" y="758444"/>
                  </a:lnTo>
                  <a:lnTo>
                    <a:pt x="168275" y="756665"/>
                  </a:lnTo>
                  <a:lnTo>
                    <a:pt x="174117" y="753109"/>
                  </a:lnTo>
                  <a:lnTo>
                    <a:pt x="180086" y="750443"/>
                  </a:lnTo>
                  <a:lnTo>
                    <a:pt x="185927" y="746887"/>
                  </a:lnTo>
                  <a:lnTo>
                    <a:pt x="203962" y="738124"/>
                  </a:lnTo>
                  <a:lnTo>
                    <a:pt x="224536" y="729233"/>
                  </a:lnTo>
                  <a:lnTo>
                    <a:pt x="245491" y="721232"/>
                  </a:lnTo>
                  <a:lnTo>
                    <a:pt x="251968" y="718565"/>
                  </a:lnTo>
                  <a:lnTo>
                    <a:pt x="258952" y="716026"/>
                  </a:lnTo>
                  <a:lnTo>
                    <a:pt x="265938" y="714120"/>
                  </a:lnTo>
                  <a:lnTo>
                    <a:pt x="272923" y="711581"/>
                  </a:lnTo>
                  <a:lnTo>
                    <a:pt x="274700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49898" y="2066416"/>
              <a:ext cx="594995" cy="937894"/>
            </a:xfrm>
            <a:custGeom>
              <a:avLst/>
              <a:gdLst/>
              <a:ahLst/>
              <a:cxnLst/>
              <a:rect l="l" t="t" r="r" b="b"/>
              <a:pathLst>
                <a:path w="594995" h="937894">
                  <a:moveTo>
                    <a:pt x="2412" y="0"/>
                  </a:moveTo>
                  <a:lnTo>
                    <a:pt x="0" y="712469"/>
                  </a:lnTo>
                  <a:lnTo>
                    <a:pt x="592581" y="937894"/>
                  </a:lnTo>
                  <a:lnTo>
                    <a:pt x="594995" y="225425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47889" y="1667002"/>
              <a:ext cx="256540" cy="1363980"/>
            </a:xfrm>
            <a:custGeom>
              <a:avLst/>
              <a:gdLst/>
              <a:ahLst/>
              <a:cxnLst/>
              <a:rect l="l" t="t" r="r" b="b"/>
              <a:pathLst>
                <a:path w="256540" h="1363980">
                  <a:moveTo>
                    <a:pt x="2412" y="0"/>
                  </a:moveTo>
                  <a:lnTo>
                    <a:pt x="0" y="1123442"/>
                  </a:lnTo>
                  <a:lnTo>
                    <a:pt x="7619" y="1126109"/>
                  </a:lnTo>
                  <a:lnTo>
                    <a:pt x="14096" y="1128776"/>
                  </a:lnTo>
                  <a:lnTo>
                    <a:pt x="20446" y="1132332"/>
                  </a:lnTo>
                  <a:lnTo>
                    <a:pt x="33337" y="1137777"/>
                  </a:lnTo>
                  <a:lnTo>
                    <a:pt x="46227" y="1143889"/>
                  </a:lnTo>
                  <a:lnTo>
                    <a:pt x="64071" y="1153144"/>
                  </a:lnTo>
                  <a:lnTo>
                    <a:pt x="75437" y="1159637"/>
                  </a:lnTo>
                  <a:lnTo>
                    <a:pt x="76580" y="1160653"/>
                  </a:lnTo>
                  <a:lnTo>
                    <a:pt x="87121" y="1166749"/>
                  </a:lnTo>
                  <a:lnTo>
                    <a:pt x="94106" y="1171194"/>
                  </a:lnTo>
                  <a:lnTo>
                    <a:pt x="101091" y="1176401"/>
                  </a:lnTo>
                  <a:lnTo>
                    <a:pt x="104647" y="1178306"/>
                  </a:lnTo>
                  <a:lnTo>
                    <a:pt x="111125" y="1183513"/>
                  </a:lnTo>
                  <a:lnTo>
                    <a:pt x="115188" y="1186180"/>
                  </a:lnTo>
                  <a:lnTo>
                    <a:pt x="122174" y="1191514"/>
                  </a:lnTo>
                  <a:lnTo>
                    <a:pt x="127380" y="1195959"/>
                  </a:lnTo>
                  <a:lnTo>
                    <a:pt x="132714" y="1199515"/>
                  </a:lnTo>
                  <a:lnTo>
                    <a:pt x="137921" y="1203833"/>
                  </a:lnTo>
                  <a:lnTo>
                    <a:pt x="178208" y="1243212"/>
                  </a:lnTo>
                  <a:lnTo>
                    <a:pt x="208724" y="1281160"/>
                  </a:lnTo>
                  <a:lnTo>
                    <a:pt x="234096" y="1321560"/>
                  </a:lnTo>
                  <a:lnTo>
                    <a:pt x="254253" y="1363853"/>
                  </a:lnTo>
                  <a:lnTo>
                    <a:pt x="256031" y="240284"/>
                  </a:lnTo>
                  <a:lnTo>
                    <a:pt x="235892" y="197461"/>
                  </a:lnTo>
                  <a:lnTo>
                    <a:pt x="210550" y="156781"/>
                  </a:lnTo>
                  <a:lnTo>
                    <a:pt x="180040" y="118768"/>
                  </a:lnTo>
                  <a:lnTo>
                    <a:pt x="144399" y="83947"/>
                  </a:lnTo>
                  <a:lnTo>
                    <a:pt x="139064" y="79501"/>
                  </a:lnTo>
                  <a:lnTo>
                    <a:pt x="134492" y="75057"/>
                  </a:lnTo>
                  <a:lnTo>
                    <a:pt x="123951" y="67945"/>
                  </a:lnTo>
                  <a:lnTo>
                    <a:pt x="120395" y="64388"/>
                  </a:lnTo>
                  <a:lnTo>
                    <a:pt x="116966" y="61849"/>
                  </a:lnTo>
                  <a:lnTo>
                    <a:pt x="95884" y="47625"/>
                  </a:lnTo>
                  <a:lnTo>
                    <a:pt x="88900" y="43180"/>
                  </a:lnTo>
                  <a:lnTo>
                    <a:pt x="78358" y="36068"/>
                  </a:lnTo>
                  <a:lnTo>
                    <a:pt x="77215" y="36068"/>
                  </a:lnTo>
                  <a:lnTo>
                    <a:pt x="54355" y="22860"/>
                  </a:lnTo>
                  <a:lnTo>
                    <a:pt x="48005" y="20320"/>
                  </a:lnTo>
                  <a:lnTo>
                    <a:pt x="35385" y="13763"/>
                  </a:lnTo>
                  <a:lnTo>
                    <a:pt x="22859" y="7874"/>
                  </a:lnTo>
                  <a:lnTo>
                    <a:pt x="15747" y="5207"/>
                  </a:lnTo>
                  <a:lnTo>
                    <a:pt x="9397" y="2539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49667" y="1148080"/>
              <a:ext cx="853440" cy="758825"/>
            </a:xfrm>
            <a:custGeom>
              <a:avLst/>
              <a:gdLst/>
              <a:ahLst/>
              <a:cxnLst/>
              <a:rect l="l" t="t" r="r" b="b"/>
              <a:pathLst>
                <a:path w="853440" h="758825">
                  <a:moveTo>
                    <a:pt x="254888" y="0"/>
                  </a:moveTo>
                  <a:lnTo>
                    <a:pt x="0" y="517906"/>
                  </a:lnTo>
                  <a:lnTo>
                    <a:pt x="36911" y="533717"/>
                  </a:lnTo>
                  <a:lnTo>
                    <a:pt x="73072" y="553148"/>
                  </a:lnTo>
                  <a:lnTo>
                    <a:pt x="108352" y="576199"/>
                  </a:lnTo>
                  <a:lnTo>
                    <a:pt x="142621" y="602869"/>
                  </a:lnTo>
                  <a:lnTo>
                    <a:pt x="177932" y="637676"/>
                  </a:lnTo>
                  <a:lnTo>
                    <a:pt x="208422" y="675592"/>
                  </a:lnTo>
                  <a:lnTo>
                    <a:pt x="233793" y="716008"/>
                  </a:lnTo>
                  <a:lnTo>
                    <a:pt x="253746" y="758317"/>
                  </a:lnTo>
                  <a:lnTo>
                    <a:pt x="853185" y="551561"/>
                  </a:lnTo>
                  <a:lnTo>
                    <a:pt x="833526" y="508662"/>
                  </a:lnTo>
                  <a:lnTo>
                    <a:pt x="811576" y="466631"/>
                  </a:lnTo>
                  <a:lnTo>
                    <a:pt x="787376" y="425548"/>
                  </a:lnTo>
                  <a:lnTo>
                    <a:pt x="760969" y="385490"/>
                  </a:lnTo>
                  <a:lnTo>
                    <a:pt x="732395" y="346537"/>
                  </a:lnTo>
                  <a:lnTo>
                    <a:pt x="701698" y="308765"/>
                  </a:lnTo>
                  <a:lnTo>
                    <a:pt x="668919" y="272254"/>
                  </a:lnTo>
                  <a:lnTo>
                    <a:pt x="634099" y="237081"/>
                  </a:lnTo>
                  <a:lnTo>
                    <a:pt x="597280" y="203327"/>
                  </a:lnTo>
                  <a:lnTo>
                    <a:pt x="560493" y="172519"/>
                  </a:lnTo>
                  <a:lnTo>
                    <a:pt x="521958" y="143107"/>
                  </a:lnTo>
                  <a:lnTo>
                    <a:pt x="481690" y="115161"/>
                  </a:lnTo>
                  <a:lnTo>
                    <a:pt x="439705" y="88757"/>
                  </a:lnTo>
                  <a:lnTo>
                    <a:pt x="396018" y="63965"/>
                  </a:lnTo>
                  <a:lnTo>
                    <a:pt x="350643" y="40860"/>
                  </a:lnTo>
                  <a:lnTo>
                    <a:pt x="303594" y="19514"/>
                  </a:lnTo>
                  <a:lnTo>
                    <a:pt x="254888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01635" y="1699641"/>
              <a:ext cx="601345" cy="1330325"/>
            </a:xfrm>
            <a:custGeom>
              <a:avLst/>
              <a:gdLst/>
              <a:ahLst/>
              <a:cxnLst/>
              <a:rect l="l" t="t" r="r" b="b"/>
              <a:pathLst>
                <a:path w="601345" h="1330325">
                  <a:moveTo>
                    <a:pt x="601218" y="0"/>
                  </a:moveTo>
                  <a:lnTo>
                    <a:pt x="1778" y="206756"/>
                  </a:lnTo>
                  <a:lnTo>
                    <a:pt x="0" y="1330325"/>
                  </a:lnTo>
                  <a:lnTo>
                    <a:pt x="599567" y="1123569"/>
                  </a:lnTo>
                  <a:lnTo>
                    <a:pt x="601218" y="0"/>
                  </a:lnTo>
                  <a:close/>
                </a:path>
              </a:pathLst>
            </a:custGeom>
            <a:solidFill>
              <a:srgbClr val="435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45580" y="2512059"/>
              <a:ext cx="601980" cy="1041400"/>
            </a:xfrm>
            <a:custGeom>
              <a:avLst/>
              <a:gdLst/>
              <a:ahLst/>
              <a:cxnLst/>
              <a:rect l="l" t="t" r="r" b="b"/>
              <a:pathLst>
                <a:path w="601979" h="1041400">
                  <a:moveTo>
                    <a:pt x="601853" y="327152"/>
                  </a:moveTo>
                  <a:lnTo>
                    <a:pt x="596811" y="328904"/>
                  </a:lnTo>
                  <a:lnTo>
                    <a:pt x="598297" y="0"/>
                  </a:lnTo>
                  <a:lnTo>
                    <a:pt x="594868" y="6223"/>
                  </a:lnTo>
                  <a:lnTo>
                    <a:pt x="592582" y="12446"/>
                  </a:lnTo>
                  <a:lnTo>
                    <a:pt x="589661" y="18669"/>
                  </a:lnTo>
                  <a:lnTo>
                    <a:pt x="587248" y="24765"/>
                  </a:lnTo>
                  <a:lnTo>
                    <a:pt x="585470" y="28321"/>
                  </a:lnTo>
                  <a:lnTo>
                    <a:pt x="583184" y="35433"/>
                  </a:lnTo>
                  <a:lnTo>
                    <a:pt x="582549" y="37211"/>
                  </a:lnTo>
                  <a:lnTo>
                    <a:pt x="580263" y="44323"/>
                  </a:lnTo>
                  <a:lnTo>
                    <a:pt x="579120" y="46863"/>
                  </a:lnTo>
                  <a:lnTo>
                    <a:pt x="577977" y="50419"/>
                  </a:lnTo>
                  <a:lnTo>
                    <a:pt x="576707" y="53975"/>
                  </a:lnTo>
                  <a:lnTo>
                    <a:pt x="575564" y="57531"/>
                  </a:lnTo>
                  <a:lnTo>
                    <a:pt x="574421" y="60198"/>
                  </a:lnTo>
                  <a:lnTo>
                    <a:pt x="573786" y="63627"/>
                  </a:lnTo>
                  <a:lnTo>
                    <a:pt x="572643" y="67183"/>
                  </a:lnTo>
                  <a:lnTo>
                    <a:pt x="572008" y="70739"/>
                  </a:lnTo>
                  <a:lnTo>
                    <a:pt x="571500" y="72644"/>
                  </a:lnTo>
                  <a:lnTo>
                    <a:pt x="570865" y="74295"/>
                  </a:lnTo>
                  <a:lnTo>
                    <a:pt x="570865" y="75184"/>
                  </a:lnTo>
                  <a:lnTo>
                    <a:pt x="570357" y="76073"/>
                  </a:lnTo>
                  <a:lnTo>
                    <a:pt x="570357" y="76962"/>
                  </a:lnTo>
                  <a:lnTo>
                    <a:pt x="569722" y="80391"/>
                  </a:lnTo>
                  <a:lnTo>
                    <a:pt x="569087" y="83185"/>
                  </a:lnTo>
                  <a:lnTo>
                    <a:pt x="567944" y="86741"/>
                  </a:lnTo>
                  <a:lnTo>
                    <a:pt x="567436" y="89408"/>
                  </a:lnTo>
                  <a:lnTo>
                    <a:pt x="566801" y="93853"/>
                  </a:lnTo>
                  <a:lnTo>
                    <a:pt x="566166" y="96393"/>
                  </a:lnTo>
                  <a:lnTo>
                    <a:pt x="565658" y="99949"/>
                  </a:lnTo>
                  <a:lnTo>
                    <a:pt x="565023" y="102616"/>
                  </a:lnTo>
                  <a:lnTo>
                    <a:pt x="564515" y="106172"/>
                  </a:lnTo>
                  <a:lnTo>
                    <a:pt x="563880" y="109601"/>
                  </a:lnTo>
                  <a:lnTo>
                    <a:pt x="563880" y="111379"/>
                  </a:lnTo>
                  <a:lnTo>
                    <a:pt x="563245" y="114173"/>
                  </a:lnTo>
                  <a:lnTo>
                    <a:pt x="563245" y="119380"/>
                  </a:lnTo>
                  <a:lnTo>
                    <a:pt x="562737" y="122936"/>
                  </a:lnTo>
                  <a:lnTo>
                    <a:pt x="562102" y="126492"/>
                  </a:lnTo>
                  <a:lnTo>
                    <a:pt x="562102" y="129032"/>
                  </a:lnTo>
                  <a:lnTo>
                    <a:pt x="561594" y="132588"/>
                  </a:lnTo>
                  <a:lnTo>
                    <a:pt x="560959" y="136144"/>
                  </a:lnTo>
                  <a:lnTo>
                    <a:pt x="560959" y="159131"/>
                  </a:lnTo>
                  <a:lnTo>
                    <a:pt x="560095" y="341617"/>
                  </a:lnTo>
                  <a:lnTo>
                    <a:pt x="2159" y="534924"/>
                  </a:lnTo>
                  <a:lnTo>
                    <a:pt x="0" y="1041273"/>
                  </a:lnTo>
                  <a:lnTo>
                    <a:pt x="599440" y="833628"/>
                  </a:lnTo>
                  <a:lnTo>
                    <a:pt x="601853" y="327152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58458" y="2668651"/>
              <a:ext cx="89535" cy="885190"/>
            </a:xfrm>
            <a:custGeom>
              <a:avLst/>
              <a:gdLst/>
              <a:ahLst/>
              <a:cxnLst/>
              <a:rect l="l" t="t" r="r" b="b"/>
              <a:pathLst>
                <a:path w="89534" h="885189">
                  <a:moveTo>
                    <a:pt x="2286" y="0"/>
                  </a:moveTo>
                  <a:lnTo>
                    <a:pt x="0" y="506349"/>
                  </a:lnTo>
                  <a:lnTo>
                    <a:pt x="1389" y="555307"/>
                  </a:lnTo>
                  <a:lnTo>
                    <a:pt x="5540" y="603932"/>
                  </a:lnTo>
                  <a:lnTo>
                    <a:pt x="12430" y="652152"/>
                  </a:lnTo>
                  <a:lnTo>
                    <a:pt x="22034" y="699897"/>
                  </a:lnTo>
                  <a:lnTo>
                    <a:pt x="34329" y="747093"/>
                  </a:lnTo>
                  <a:lnTo>
                    <a:pt x="49291" y="793670"/>
                  </a:lnTo>
                  <a:lnTo>
                    <a:pt x="66897" y="839557"/>
                  </a:lnTo>
                  <a:lnTo>
                    <a:pt x="87121" y="884682"/>
                  </a:lnTo>
                  <a:lnTo>
                    <a:pt x="89281" y="378332"/>
                  </a:lnTo>
                  <a:lnTo>
                    <a:pt x="67434" y="329225"/>
                  </a:lnTo>
                  <a:lnTo>
                    <a:pt x="48659" y="279348"/>
                  </a:lnTo>
                  <a:lnTo>
                    <a:pt x="33004" y="228758"/>
                  </a:lnTo>
                  <a:lnTo>
                    <a:pt x="20512" y="177513"/>
                  </a:lnTo>
                  <a:lnTo>
                    <a:pt x="11231" y="125667"/>
                  </a:lnTo>
                  <a:lnTo>
                    <a:pt x="5206" y="73279"/>
                  </a:lnTo>
                  <a:lnTo>
                    <a:pt x="2492" y="17986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60791" y="2287524"/>
              <a:ext cx="687070" cy="759460"/>
            </a:xfrm>
            <a:custGeom>
              <a:avLst/>
              <a:gdLst/>
              <a:ahLst/>
              <a:cxnLst/>
              <a:rect l="l" t="t" r="r" b="b"/>
              <a:pathLst>
                <a:path w="687070" h="759460">
                  <a:moveTo>
                    <a:pt x="90503" y="0"/>
                  </a:moveTo>
                  <a:lnTo>
                    <a:pt x="68818" y="47342"/>
                  </a:lnTo>
                  <a:lnTo>
                    <a:pt x="50173" y="95109"/>
                  </a:lnTo>
                  <a:lnTo>
                    <a:pt x="34530" y="143213"/>
                  </a:lnTo>
                  <a:lnTo>
                    <a:pt x="21849" y="191567"/>
                  </a:lnTo>
                  <a:lnTo>
                    <a:pt x="12094" y="240083"/>
                  </a:lnTo>
                  <a:lnTo>
                    <a:pt x="5227" y="288674"/>
                  </a:lnTo>
                  <a:lnTo>
                    <a:pt x="1208" y="337252"/>
                  </a:lnTo>
                  <a:lnTo>
                    <a:pt x="0" y="385730"/>
                  </a:lnTo>
                  <a:lnTo>
                    <a:pt x="1564" y="434021"/>
                  </a:lnTo>
                  <a:lnTo>
                    <a:pt x="5863" y="482036"/>
                  </a:lnTo>
                  <a:lnTo>
                    <a:pt x="12859" y="529690"/>
                  </a:lnTo>
                  <a:lnTo>
                    <a:pt x="22512" y="576893"/>
                  </a:lnTo>
                  <a:lnTo>
                    <a:pt x="34786" y="623559"/>
                  </a:lnTo>
                  <a:lnTo>
                    <a:pt x="49642" y="669601"/>
                  </a:lnTo>
                  <a:lnTo>
                    <a:pt x="67042" y="714930"/>
                  </a:lnTo>
                  <a:lnTo>
                    <a:pt x="86947" y="759459"/>
                  </a:lnTo>
                  <a:lnTo>
                    <a:pt x="686641" y="552576"/>
                  </a:lnTo>
                  <a:lnTo>
                    <a:pt x="667230" y="508409"/>
                  </a:lnTo>
                  <a:lnTo>
                    <a:pt x="653770" y="462637"/>
                  </a:lnTo>
                  <a:lnTo>
                    <a:pt x="646476" y="415710"/>
                  </a:lnTo>
                  <a:lnTo>
                    <a:pt x="645560" y="368076"/>
                  </a:lnTo>
                  <a:lnTo>
                    <a:pt x="651235" y="320185"/>
                  </a:lnTo>
                  <a:lnTo>
                    <a:pt x="663714" y="272485"/>
                  </a:lnTo>
                  <a:lnTo>
                    <a:pt x="683212" y="225425"/>
                  </a:lnTo>
                  <a:lnTo>
                    <a:pt x="90503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43167" y="3249294"/>
              <a:ext cx="583565" cy="817244"/>
            </a:xfrm>
            <a:custGeom>
              <a:avLst/>
              <a:gdLst/>
              <a:ahLst/>
              <a:cxnLst/>
              <a:rect l="l" t="t" r="r" b="b"/>
              <a:pathLst>
                <a:path w="583565" h="817245">
                  <a:moveTo>
                    <a:pt x="2412" y="0"/>
                  </a:moveTo>
                  <a:lnTo>
                    <a:pt x="0" y="300482"/>
                  </a:lnTo>
                  <a:lnTo>
                    <a:pt x="21840" y="343489"/>
                  </a:lnTo>
                  <a:lnTo>
                    <a:pt x="46089" y="385577"/>
                  </a:lnTo>
                  <a:lnTo>
                    <a:pt x="72701" y="426651"/>
                  </a:lnTo>
                  <a:lnTo>
                    <a:pt x="101631" y="466613"/>
                  </a:lnTo>
                  <a:lnTo>
                    <a:pt x="132836" y="505367"/>
                  </a:lnTo>
                  <a:lnTo>
                    <a:pt x="166270" y="542815"/>
                  </a:lnTo>
                  <a:lnTo>
                    <a:pt x="201889" y="578862"/>
                  </a:lnTo>
                  <a:lnTo>
                    <a:pt x="239649" y="613410"/>
                  </a:lnTo>
                  <a:lnTo>
                    <a:pt x="284099" y="650557"/>
                  </a:lnTo>
                  <a:lnTo>
                    <a:pt x="334899" y="687692"/>
                  </a:lnTo>
                  <a:lnTo>
                    <a:pt x="344297" y="694804"/>
                  </a:lnTo>
                  <a:lnTo>
                    <a:pt x="386333" y="721283"/>
                  </a:lnTo>
                  <a:lnTo>
                    <a:pt x="398017" y="728383"/>
                  </a:lnTo>
                  <a:lnTo>
                    <a:pt x="398652" y="728383"/>
                  </a:lnTo>
                  <a:lnTo>
                    <a:pt x="400938" y="730110"/>
                  </a:lnTo>
                  <a:lnTo>
                    <a:pt x="420084" y="740861"/>
                  </a:lnTo>
                  <a:lnTo>
                    <a:pt x="426592" y="744321"/>
                  </a:lnTo>
                  <a:lnTo>
                    <a:pt x="448627" y="756973"/>
                  </a:lnTo>
                  <a:lnTo>
                    <a:pt x="456001" y="761005"/>
                  </a:lnTo>
                  <a:lnTo>
                    <a:pt x="463423" y="764667"/>
                  </a:lnTo>
                  <a:lnTo>
                    <a:pt x="464692" y="765530"/>
                  </a:lnTo>
                  <a:lnTo>
                    <a:pt x="479282" y="772248"/>
                  </a:lnTo>
                  <a:lnTo>
                    <a:pt x="493775" y="779614"/>
                  </a:lnTo>
                  <a:lnTo>
                    <a:pt x="501396" y="783170"/>
                  </a:lnTo>
                  <a:lnTo>
                    <a:pt x="532383" y="796404"/>
                  </a:lnTo>
                  <a:lnTo>
                    <a:pt x="538860" y="799960"/>
                  </a:lnTo>
                  <a:lnTo>
                    <a:pt x="552196" y="805230"/>
                  </a:lnTo>
                  <a:lnTo>
                    <a:pt x="562502" y="809586"/>
                  </a:lnTo>
                  <a:lnTo>
                    <a:pt x="580898" y="816749"/>
                  </a:lnTo>
                  <a:lnTo>
                    <a:pt x="583310" y="516255"/>
                  </a:lnTo>
                  <a:lnTo>
                    <a:pt x="535304" y="496697"/>
                  </a:lnTo>
                  <a:lnTo>
                    <a:pt x="489420" y="475644"/>
                  </a:lnTo>
                  <a:lnTo>
                    <a:pt x="467613" y="464947"/>
                  </a:lnTo>
                  <a:lnTo>
                    <a:pt x="466343" y="464058"/>
                  </a:lnTo>
                  <a:lnTo>
                    <a:pt x="444269" y="452110"/>
                  </a:lnTo>
                  <a:lnTo>
                    <a:pt x="437133" y="448056"/>
                  </a:lnTo>
                  <a:lnTo>
                    <a:pt x="429513" y="444627"/>
                  </a:lnTo>
                  <a:lnTo>
                    <a:pt x="400303" y="427863"/>
                  </a:lnTo>
                  <a:lnTo>
                    <a:pt x="347217" y="394335"/>
                  </a:lnTo>
                  <a:lnTo>
                    <a:pt x="337819" y="387223"/>
                  </a:lnTo>
                  <a:lnTo>
                    <a:pt x="326643" y="380111"/>
                  </a:lnTo>
                  <a:lnTo>
                    <a:pt x="317880" y="372999"/>
                  </a:lnTo>
                  <a:lnTo>
                    <a:pt x="298068" y="358902"/>
                  </a:lnTo>
                  <a:lnTo>
                    <a:pt x="271144" y="336804"/>
                  </a:lnTo>
                  <a:lnTo>
                    <a:pt x="204809" y="278343"/>
                  </a:lnTo>
                  <a:lnTo>
                    <a:pt x="169183" y="242280"/>
                  </a:lnTo>
                  <a:lnTo>
                    <a:pt x="135730" y="204829"/>
                  </a:lnTo>
                  <a:lnTo>
                    <a:pt x="104489" y="166084"/>
                  </a:lnTo>
                  <a:lnTo>
                    <a:pt x="75498" y="126136"/>
                  </a:lnTo>
                  <a:lnTo>
                    <a:pt x="48795" y="85078"/>
                  </a:lnTo>
                  <a:lnTo>
                    <a:pt x="24421" y="43001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44945" y="3041522"/>
              <a:ext cx="837565" cy="724535"/>
            </a:xfrm>
            <a:custGeom>
              <a:avLst/>
              <a:gdLst/>
              <a:ahLst/>
              <a:cxnLst/>
              <a:rect l="l" t="t" r="r" b="b"/>
              <a:pathLst>
                <a:path w="837565" h="724535">
                  <a:moveTo>
                    <a:pt x="599566" y="0"/>
                  </a:moveTo>
                  <a:lnTo>
                    <a:pt x="0" y="207771"/>
                  </a:lnTo>
                  <a:lnTo>
                    <a:pt x="22012" y="250773"/>
                  </a:lnTo>
                  <a:lnTo>
                    <a:pt x="46390" y="292850"/>
                  </a:lnTo>
                  <a:lnTo>
                    <a:pt x="73085" y="333908"/>
                  </a:lnTo>
                  <a:lnTo>
                    <a:pt x="102044" y="373856"/>
                  </a:lnTo>
                  <a:lnTo>
                    <a:pt x="133218" y="412601"/>
                  </a:lnTo>
                  <a:lnTo>
                    <a:pt x="166556" y="450052"/>
                  </a:lnTo>
                  <a:lnTo>
                    <a:pt x="202007" y="486115"/>
                  </a:lnTo>
                  <a:lnTo>
                    <a:pt x="239522" y="520699"/>
                  </a:lnTo>
                  <a:lnTo>
                    <a:pt x="276377" y="551470"/>
                  </a:lnTo>
                  <a:lnTo>
                    <a:pt x="315007" y="580794"/>
                  </a:lnTo>
                  <a:lnTo>
                    <a:pt x="355375" y="608630"/>
                  </a:lnTo>
                  <a:lnTo>
                    <a:pt x="397446" y="634936"/>
                  </a:lnTo>
                  <a:lnTo>
                    <a:pt x="441184" y="659670"/>
                  </a:lnTo>
                  <a:lnTo>
                    <a:pt x="486552" y="682791"/>
                  </a:lnTo>
                  <a:lnTo>
                    <a:pt x="533517" y="704257"/>
                  </a:lnTo>
                  <a:lnTo>
                    <a:pt x="582040" y="724026"/>
                  </a:lnTo>
                  <a:lnTo>
                    <a:pt x="837437" y="205994"/>
                  </a:lnTo>
                  <a:lnTo>
                    <a:pt x="800179" y="190255"/>
                  </a:lnTo>
                  <a:lnTo>
                    <a:pt x="763873" y="170862"/>
                  </a:lnTo>
                  <a:lnTo>
                    <a:pt x="728567" y="147826"/>
                  </a:lnTo>
                  <a:lnTo>
                    <a:pt x="694308" y="121157"/>
                  </a:lnTo>
                  <a:lnTo>
                    <a:pt x="643223" y="67579"/>
                  </a:lnTo>
                  <a:lnTo>
                    <a:pt x="620371" y="35486"/>
                  </a:lnTo>
                  <a:lnTo>
                    <a:pt x="599566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24700" y="3247516"/>
              <a:ext cx="257810" cy="819150"/>
            </a:xfrm>
            <a:custGeom>
              <a:avLst/>
              <a:gdLst/>
              <a:ahLst/>
              <a:cxnLst/>
              <a:rect l="l" t="t" r="r" b="b"/>
              <a:pathLst>
                <a:path w="257809" h="819150">
                  <a:moveTo>
                    <a:pt x="257682" y="0"/>
                  </a:moveTo>
                  <a:lnTo>
                    <a:pt x="2285" y="518032"/>
                  </a:lnTo>
                  <a:lnTo>
                    <a:pt x="0" y="818527"/>
                  </a:lnTo>
                  <a:lnTo>
                    <a:pt x="257682" y="302259"/>
                  </a:lnTo>
                  <a:lnTo>
                    <a:pt x="257682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30669" y="3455162"/>
              <a:ext cx="867410" cy="601345"/>
            </a:xfrm>
            <a:custGeom>
              <a:avLst/>
              <a:gdLst/>
              <a:ahLst/>
              <a:cxnLst/>
              <a:rect l="l" t="t" r="r" b="b"/>
              <a:pathLst>
                <a:path w="867409" h="601345">
                  <a:moveTo>
                    <a:pt x="628903" y="0"/>
                  </a:moveTo>
                  <a:lnTo>
                    <a:pt x="581991" y="15595"/>
                  </a:lnTo>
                  <a:lnTo>
                    <a:pt x="534685" y="26749"/>
                  </a:lnTo>
                  <a:lnTo>
                    <a:pt x="487118" y="33450"/>
                  </a:lnTo>
                  <a:lnTo>
                    <a:pt x="439420" y="35687"/>
                  </a:lnTo>
                  <a:lnTo>
                    <a:pt x="393146" y="33569"/>
                  </a:lnTo>
                  <a:lnTo>
                    <a:pt x="346979" y="27225"/>
                  </a:lnTo>
                  <a:lnTo>
                    <a:pt x="301027" y="16666"/>
                  </a:lnTo>
                  <a:lnTo>
                    <a:pt x="255397" y="1905"/>
                  </a:lnTo>
                  <a:lnTo>
                    <a:pt x="0" y="520649"/>
                  </a:lnTo>
                  <a:lnTo>
                    <a:pt x="48453" y="537507"/>
                  </a:lnTo>
                  <a:lnTo>
                    <a:pt x="97107" y="552378"/>
                  </a:lnTo>
                  <a:lnTo>
                    <a:pt x="145937" y="565264"/>
                  </a:lnTo>
                  <a:lnTo>
                    <a:pt x="194917" y="576164"/>
                  </a:lnTo>
                  <a:lnTo>
                    <a:pt x="244022" y="585081"/>
                  </a:lnTo>
                  <a:lnTo>
                    <a:pt x="293228" y="592014"/>
                  </a:lnTo>
                  <a:lnTo>
                    <a:pt x="342510" y="596966"/>
                  </a:lnTo>
                  <a:lnTo>
                    <a:pt x="391841" y="599936"/>
                  </a:lnTo>
                  <a:lnTo>
                    <a:pt x="441198" y="600925"/>
                  </a:lnTo>
                  <a:lnTo>
                    <a:pt x="488861" y="600000"/>
                  </a:lnTo>
                  <a:lnTo>
                    <a:pt x="536500" y="597224"/>
                  </a:lnTo>
                  <a:lnTo>
                    <a:pt x="584091" y="592598"/>
                  </a:lnTo>
                  <a:lnTo>
                    <a:pt x="631610" y="586123"/>
                  </a:lnTo>
                  <a:lnTo>
                    <a:pt x="679033" y="577801"/>
                  </a:lnTo>
                  <a:lnTo>
                    <a:pt x="726336" y="567631"/>
                  </a:lnTo>
                  <a:lnTo>
                    <a:pt x="773494" y="555614"/>
                  </a:lnTo>
                  <a:lnTo>
                    <a:pt x="820485" y="541753"/>
                  </a:lnTo>
                  <a:lnTo>
                    <a:pt x="867282" y="526046"/>
                  </a:lnTo>
                  <a:lnTo>
                    <a:pt x="628903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26097" y="3976789"/>
              <a:ext cx="871855" cy="174625"/>
            </a:xfrm>
            <a:custGeom>
              <a:avLst/>
              <a:gdLst/>
              <a:ahLst/>
              <a:cxnLst/>
              <a:rect l="l" t="t" r="r" b="b"/>
              <a:pathLst>
                <a:path w="871854" h="174625">
                  <a:moveTo>
                    <a:pt x="2285" y="0"/>
                  </a:moveTo>
                  <a:lnTo>
                    <a:pt x="0" y="94500"/>
                  </a:lnTo>
                  <a:lnTo>
                    <a:pt x="31496" y="106019"/>
                  </a:lnTo>
                  <a:lnTo>
                    <a:pt x="41401" y="109575"/>
                  </a:lnTo>
                  <a:lnTo>
                    <a:pt x="63626" y="116687"/>
                  </a:lnTo>
                  <a:lnTo>
                    <a:pt x="69469" y="118402"/>
                  </a:lnTo>
                  <a:lnTo>
                    <a:pt x="75946" y="120116"/>
                  </a:lnTo>
                  <a:lnTo>
                    <a:pt x="89280" y="124523"/>
                  </a:lnTo>
                  <a:lnTo>
                    <a:pt x="93979" y="125514"/>
                  </a:lnTo>
                  <a:lnTo>
                    <a:pt x="98678" y="127228"/>
                  </a:lnTo>
                  <a:lnTo>
                    <a:pt x="103377" y="128079"/>
                  </a:lnTo>
                  <a:lnTo>
                    <a:pt x="116839" y="131635"/>
                  </a:lnTo>
                  <a:lnTo>
                    <a:pt x="130809" y="136055"/>
                  </a:lnTo>
                  <a:lnTo>
                    <a:pt x="144272" y="138747"/>
                  </a:lnTo>
                  <a:lnTo>
                    <a:pt x="171703" y="145859"/>
                  </a:lnTo>
                  <a:lnTo>
                    <a:pt x="179324" y="147574"/>
                  </a:lnTo>
                  <a:lnTo>
                    <a:pt x="185800" y="148424"/>
                  </a:lnTo>
                  <a:lnTo>
                    <a:pt x="198627" y="151130"/>
                  </a:lnTo>
                  <a:lnTo>
                    <a:pt x="213232" y="153822"/>
                  </a:lnTo>
                  <a:lnTo>
                    <a:pt x="226059" y="156400"/>
                  </a:lnTo>
                  <a:lnTo>
                    <a:pt x="240664" y="159092"/>
                  </a:lnTo>
                  <a:lnTo>
                    <a:pt x="281050" y="164363"/>
                  </a:lnTo>
                  <a:lnTo>
                    <a:pt x="286893" y="165214"/>
                  </a:lnTo>
                  <a:lnTo>
                    <a:pt x="289813" y="165214"/>
                  </a:lnTo>
                  <a:lnTo>
                    <a:pt x="292734" y="166077"/>
                  </a:lnTo>
                  <a:lnTo>
                    <a:pt x="295655" y="166077"/>
                  </a:lnTo>
                  <a:lnTo>
                    <a:pt x="308482" y="167919"/>
                  </a:lnTo>
                  <a:lnTo>
                    <a:pt x="323087" y="169633"/>
                  </a:lnTo>
                  <a:lnTo>
                    <a:pt x="336042" y="170611"/>
                  </a:lnTo>
                  <a:lnTo>
                    <a:pt x="390905" y="174040"/>
                  </a:lnTo>
                  <a:lnTo>
                    <a:pt x="515366" y="174040"/>
                  </a:lnTo>
                  <a:lnTo>
                    <a:pt x="532383" y="172326"/>
                  </a:lnTo>
                  <a:lnTo>
                    <a:pt x="544576" y="171475"/>
                  </a:lnTo>
                  <a:lnTo>
                    <a:pt x="561594" y="170611"/>
                  </a:lnTo>
                  <a:lnTo>
                    <a:pt x="573785" y="168770"/>
                  </a:lnTo>
                  <a:lnTo>
                    <a:pt x="590803" y="167055"/>
                  </a:lnTo>
                  <a:lnTo>
                    <a:pt x="602487" y="165214"/>
                  </a:lnTo>
                  <a:lnTo>
                    <a:pt x="620522" y="163499"/>
                  </a:lnTo>
                  <a:lnTo>
                    <a:pt x="629284" y="161658"/>
                  </a:lnTo>
                  <a:lnTo>
                    <a:pt x="631062" y="161658"/>
                  </a:lnTo>
                  <a:lnTo>
                    <a:pt x="639335" y="160734"/>
                  </a:lnTo>
                  <a:lnTo>
                    <a:pt x="647430" y="159396"/>
                  </a:lnTo>
                  <a:lnTo>
                    <a:pt x="663321" y="156400"/>
                  </a:lnTo>
                  <a:lnTo>
                    <a:pt x="670813" y="155536"/>
                  </a:lnTo>
                  <a:lnTo>
                    <a:pt x="695959" y="150266"/>
                  </a:lnTo>
                  <a:lnTo>
                    <a:pt x="705866" y="148424"/>
                  </a:lnTo>
                  <a:lnTo>
                    <a:pt x="712348" y="147105"/>
                  </a:lnTo>
                  <a:lnTo>
                    <a:pt x="718677" y="145683"/>
                  </a:lnTo>
                  <a:lnTo>
                    <a:pt x="724886" y="144101"/>
                  </a:lnTo>
                  <a:lnTo>
                    <a:pt x="731011" y="142303"/>
                  </a:lnTo>
                  <a:lnTo>
                    <a:pt x="738124" y="141439"/>
                  </a:lnTo>
                  <a:lnTo>
                    <a:pt x="746009" y="139285"/>
                  </a:lnTo>
                  <a:lnTo>
                    <a:pt x="761734" y="134653"/>
                  </a:lnTo>
                  <a:lnTo>
                    <a:pt x="769620" y="132499"/>
                  </a:lnTo>
                  <a:lnTo>
                    <a:pt x="771398" y="132499"/>
                  </a:lnTo>
                  <a:lnTo>
                    <a:pt x="774826" y="131635"/>
                  </a:lnTo>
                  <a:lnTo>
                    <a:pt x="822832" y="117538"/>
                  </a:lnTo>
                  <a:lnTo>
                    <a:pt x="868933" y="101612"/>
                  </a:lnTo>
                  <a:lnTo>
                    <a:pt x="869516" y="78562"/>
                  </a:lnTo>
                  <a:lnTo>
                    <a:pt x="380364" y="78562"/>
                  </a:lnTo>
                  <a:lnTo>
                    <a:pt x="352932" y="76847"/>
                  </a:lnTo>
                  <a:lnTo>
                    <a:pt x="338327" y="75133"/>
                  </a:lnTo>
                  <a:lnTo>
                    <a:pt x="325500" y="74155"/>
                  </a:lnTo>
                  <a:lnTo>
                    <a:pt x="310896" y="72440"/>
                  </a:lnTo>
                  <a:lnTo>
                    <a:pt x="297942" y="71577"/>
                  </a:lnTo>
                  <a:lnTo>
                    <a:pt x="270509" y="68021"/>
                  </a:lnTo>
                  <a:lnTo>
                    <a:pt x="255904" y="65328"/>
                  </a:lnTo>
                  <a:lnTo>
                    <a:pt x="243077" y="63614"/>
                  </a:lnTo>
                  <a:lnTo>
                    <a:pt x="228473" y="60921"/>
                  </a:lnTo>
                  <a:lnTo>
                    <a:pt x="215646" y="59207"/>
                  </a:lnTo>
                  <a:lnTo>
                    <a:pt x="201041" y="56502"/>
                  </a:lnTo>
                  <a:lnTo>
                    <a:pt x="188086" y="53809"/>
                  </a:lnTo>
                  <a:lnTo>
                    <a:pt x="174117" y="50380"/>
                  </a:lnTo>
                  <a:lnTo>
                    <a:pt x="160020" y="47688"/>
                  </a:lnTo>
                  <a:lnTo>
                    <a:pt x="146684" y="44132"/>
                  </a:lnTo>
                  <a:lnTo>
                    <a:pt x="132587" y="40576"/>
                  </a:lnTo>
                  <a:lnTo>
                    <a:pt x="119125" y="37020"/>
                  </a:lnTo>
                  <a:lnTo>
                    <a:pt x="105155" y="33591"/>
                  </a:lnTo>
                  <a:lnTo>
                    <a:pt x="91694" y="29171"/>
                  </a:lnTo>
                  <a:lnTo>
                    <a:pt x="77724" y="25615"/>
                  </a:lnTo>
                  <a:lnTo>
                    <a:pt x="66039" y="21209"/>
                  </a:lnTo>
                  <a:lnTo>
                    <a:pt x="43687" y="14097"/>
                  </a:lnTo>
                  <a:lnTo>
                    <a:pt x="33781" y="10541"/>
                  </a:lnTo>
                  <a:lnTo>
                    <a:pt x="2285" y="0"/>
                  </a:lnTo>
                  <a:close/>
                </a:path>
                <a:path w="871854" h="174625">
                  <a:moveTo>
                    <a:pt x="871347" y="6134"/>
                  </a:moveTo>
                  <a:lnTo>
                    <a:pt x="848741" y="12858"/>
                  </a:lnTo>
                  <a:lnTo>
                    <a:pt x="837199" y="16424"/>
                  </a:lnTo>
                  <a:lnTo>
                    <a:pt x="811422" y="25000"/>
                  </a:lnTo>
                  <a:lnTo>
                    <a:pt x="800036" y="28468"/>
                  </a:lnTo>
                  <a:lnTo>
                    <a:pt x="788650" y="31615"/>
                  </a:lnTo>
                  <a:lnTo>
                    <a:pt x="777239" y="34442"/>
                  </a:lnTo>
                  <a:lnTo>
                    <a:pt x="772541" y="36156"/>
                  </a:lnTo>
                  <a:lnTo>
                    <a:pt x="741045" y="44132"/>
                  </a:lnTo>
                  <a:lnTo>
                    <a:pt x="738631" y="44983"/>
                  </a:lnTo>
                  <a:lnTo>
                    <a:pt x="736346" y="44983"/>
                  </a:lnTo>
                  <a:lnTo>
                    <a:pt x="733932" y="45961"/>
                  </a:lnTo>
                  <a:lnTo>
                    <a:pt x="708786" y="51231"/>
                  </a:lnTo>
                  <a:lnTo>
                    <a:pt x="698880" y="53809"/>
                  </a:lnTo>
                  <a:lnTo>
                    <a:pt x="673226" y="58343"/>
                  </a:lnTo>
                  <a:lnTo>
                    <a:pt x="666242" y="60058"/>
                  </a:lnTo>
                  <a:lnTo>
                    <a:pt x="633983" y="65328"/>
                  </a:lnTo>
                  <a:lnTo>
                    <a:pt x="623443" y="66192"/>
                  </a:lnTo>
                  <a:lnTo>
                    <a:pt x="593725" y="70726"/>
                  </a:lnTo>
                  <a:lnTo>
                    <a:pt x="576199" y="72440"/>
                  </a:lnTo>
                  <a:lnTo>
                    <a:pt x="564514" y="73291"/>
                  </a:lnTo>
                  <a:lnTo>
                    <a:pt x="546988" y="75133"/>
                  </a:lnTo>
                  <a:lnTo>
                    <a:pt x="535304" y="76847"/>
                  </a:lnTo>
                  <a:lnTo>
                    <a:pt x="517778" y="77711"/>
                  </a:lnTo>
                  <a:lnTo>
                    <a:pt x="505459" y="78562"/>
                  </a:lnTo>
                  <a:lnTo>
                    <a:pt x="869516" y="78562"/>
                  </a:lnTo>
                  <a:lnTo>
                    <a:pt x="871347" y="6134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10">
            <a:extLst>
              <a:ext uri="{FF2B5EF4-FFF2-40B4-BE49-F238E27FC236}">
                <a16:creationId xmlns:a16="http://schemas.microsoft.com/office/drawing/2014/main" id="{99225519-1CA0-53C9-09D9-F62E5C5D527C}"/>
              </a:ext>
            </a:extLst>
          </p:cNvPr>
          <p:cNvSpPr txBox="1"/>
          <p:nvPr/>
        </p:nvSpPr>
        <p:spPr>
          <a:xfrm>
            <a:off x="3517653" y="2940094"/>
            <a:ext cx="23716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75" dirty="0">
              <a:solidFill>
                <a:srgbClr val="434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BEA08C64-3F5A-3E96-AE01-FC37EB440C83}"/>
              </a:ext>
            </a:extLst>
          </p:cNvPr>
          <p:cNvSpPr txBox="1"/>
          <p:nvPr/>
        </p:nvSpPr>
        <p:spPr>
          <a:xfrm>
            <a:off x="3525391" y="4019463"/>
            <a:ext cx="132919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</a:t>
            </a:r>
            <a:r>
              <a:rPr sz="1400" b="1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</a:t>
            </a:r>
            <a:r>
              <a:rPr sz="14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45760" y="0"/>
            <a:ext cx="4198620" cy="5143500"/>
            <a:chOff x="4945760" y="0"/>
            <a:chExt cx="419862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6340" y="0"/>
              <a:ext cx="3367659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45760" y="1601342"/>
              <a:ext cx="1950720" cy="1988820"/>
            </a:xfrm>
            <a:custGeom>
              <a:avLst/>
              <a:gdLst/>
              <a:ahLst/>
              <a:cxnLst/>
              <a:rect l="l" t="t" r="r" b="b"/>
              <a:pathLst>
                <a:path w="1950720" h="1988820">
                  <a:moveTo>
                    <a:pt x="1950339" y="0"/>
                  </a:moveTo>
                  <a:lnTo>
                    <a:pt x="0" y="0"/>
                  </a:lnTo>
                  <a:lnTo>
                    <a:pt x="0" y="1988692"/>
                  </a:lnTo>
                  <a:lnTo>
                    <a:pt x="1950339" y="1988692"/>
                  </a:lnTo>
                  <a:lnTo>
                    <a:pt x="1950339" y="0"/>
                  </a:lnTo>
                  <a:close/>
                </a:path>
              </a:pathLst>
            </a:custGeom>
            <a:solidFill>
              <a:srgbClr val="CFC3AC">
                <a:alpha val="5843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2366" y="1095654"/>
            <a:ext cx="2991485" cy="482183"/>
          </a:xfrm>
          <a:prstGeom prst="rect">
            <a:avLst/>
          </a:prstGeom>
          <a:solidFill>
            <a:srgbClr val="CFC3AC">
              <a:alpha val="58430"/>
            </a:srgbClr>
          </a:solidFill>
        </p:spPr>
        <p:txBody>
          <a:bodyPr vert="horz" wrap="square" lIns="0" tIns="5080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400"/>
              </a:spcBef>
            </a:pPr>
            <a:r>
              <a:rPr sz="2800" b="1" spc="-114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577466"/>
            <a:ext cx="362585" cy="1988820"/>
          </a:xfrm>
          <a:custGeom>
            <a:avLst/>
            <a:gdLst/>
            <a:ahLst/>
            <a:cxnLst/>
            <a:rect l="l" t="t" r="r" b="b"/>
            <a:pathLst>
              <a:path w="362585" h="1988820">
                <a:moveTo>
                  <a:pt x="362102" y="0"/>
                </a:moveTo>
                <a:lnTo>
                  <a:pt x="0" y="0"/>
                </a:lnTo>
                <a:lnTo>
                  <a:pt x="0" y="1988693"/>
                </a:lnTo>
                <a:lnTo>
                  <a:pt x="362102" y="1988693"/>
                </a:lnTo>
                <a:lnTo>
                  <a:pt x="362102" y="0"/>
                </a:lnTo>
                <a:close/>
              </a:path>
            </a:pathLst>
          </a:custGeom>
          <a:solidFill>
            <a:srgbClr val="CFC3AC">
              <a:alpha val="5843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9722" y="242443"/>
            <a:ext cx="1384553" cy="11764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0344" y="1870329"/>
            <a:ext cx="60579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indent="-8128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398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Importance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transportation</a:t>
            </a:r>
            <a:r>
              <a:rPr sz="1800" spc="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sector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in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Sri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Lanka</a:t>
            </a:r>
            <a:endParaRPr sz="1800">
              <a:latin typeface="Arial MT"/>
              <a:cs typeface="Arial MT"/>
            </a:endParaRPr>
          </a:p>
          <a:p>
            <a:pPr marL="93345" indent="-81280">
              <a:lnSpc>
                <a:spcPct val="100000"/>
              </a:lnSpc>
              <a:buSzPct val="94444"/>
              <a:buChar char="•"/>
              <a:tabLst>
                <a:tab pos="9398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Challenges</a:t>
            </a:r>
            <a:r>
              <a:rPr sz="1800" spc="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34343"/>
                </a:solidFill>
                <a:latin typeface="Arial MT"/>
                <a:cs typeface="Arial MT"/>
              </a:rPr>
              <a:t>with</a:t>
            </a:r>
            <a:r>
              <a:rPr sz="1800" spc="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internal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combustion</a:t>
            </a:r>
            <a:r>
              <a:rPr sz="1800" spc="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engine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(ICE)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vehicles:</a:t>
            </a:r>
            <a:endParaRPr sz="1800">
              <a:latin typeface="Arial MT"/>
              <a:cs typeface="Arial MT"/>
            </a:endParaRPr>
          </a:p>
          <a:p>
            <a:pPr marL="1378585" lvl="1" indent="-287020">
              <a:lnSpc>
                <a:spcPct val="100000"/>
              </a:lnSpc>
              <a:spcBef>
                <a:spcPts val="505"/>
              </a:spcBef>
              <a:buFont typeface="Wingdings"/>
              <a:buChar char=""/>
              <a:tabLst>
                <a:tab pos="1378585" algn="l"/>
                <a:tab pos="1379220" algn="l"/>
              </a:tabLst>
            </a:pP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Environmental</a:t>
            </a:r>
            <a:r>
              <a:rPr sz="1400" spc="-4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pollution</a:t>
            </a:r>
            <a:endParaRPr sz="1400">
              <a:latin typeface="Arial MT"/>
              <a:cs typeface="Arial MT"/>
            </a:endParaRPr>
          </a:p>
          <a:p>
            <a:pPr marL="1378585" lvl="1" indent="-287020">
              <a:lnSpc>
                <a:spcPct val="100000"/>
              </a:lnSpc>
              <a:buFont typeface="Wingdings"/>
              <a:buChar char=""/>
              <a:tabLst>
                <a:tab pos="1378585" algn="l"/>
                <a:tab pos="1379220" algn="l"/>
              </a:tabLst>
            </a:pP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Economic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burden</a:t>
            </a:r>
            <a:r>
              <a:rPr sz="1400" spc="-6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fuel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imports</a:t>
            </a:r>
            <a:endParaRPr sz="1400">
              <a:latin typeface="Arial MT"/>
              <a:cs typeface="Arial MT"/>
            </a:endParaRPr>
          </a:p>
          <a:p>
            <a:pPr marL="93345" indent="-81280">
              <a:lnSpc>
                <a:spcPct val="100000"/>
              </a:lnSpc>
              <a:spcBef>
                <a:spcPts val="455"/>
              </a:spcBef>
              <a:buSzPct val="94444"/>
              <a:buChar char="•"/>
              <a:tabLst>
                <a:tab pos="9398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Opportunity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electric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vehicle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 (EV)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conversions</a:t>
            </a:r>
            <a:endParaRPr sz="1800">
              <a:latin typeface="Arial MT"/>
              <a:cs typeface="Arial MT"/>
            </a:endParaRPr>
          </a:p>
          <a:p>
            <a:pPr marL="93345" indent="-81280">
              <a:lnSpc>
                <a:spcPct val="100000"/>
              </a:lnSpc>
              <a:buSzPct val="94444"/>
              <a:buChar char="•"/>
              <a:tabLst>
                <a:tab pos="9398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Focus on</a:t>
            </a:r>
            <a:r>
              <a:rPr sz="1800" spc="-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motorcycles</a:t>
            </a:r>
            <a:r>
              <a:rPr sz="1800" spc="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for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 greater impact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90422"/>
            <a:ext cx="8764905" cy="4453255"/>
            <a:chOff x="0" y="690422"/>
            <a:chExt cx="8764905" cy="44532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7815" y="690422"/>
              <a:ext cx="6008243" cy="40063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632201"/>
              <a:ext cx="8764905" cy="2511425"/>
            </a:xfrm>
            <a:custGeom>
              <a:avLst/>
              <a:gdLst/>
              <a:ahLst/>
              <a:cxnLst/>
              <a:rect l="l" t="t" r="r" b="b"/>
              <a:pathLst>
                <a:path w="8764905" h="2511425">
                  <a:moveTo>
                    <a:pt x="8764905" y="0"/>
                  </a:moveTo>
                  <a:lnTo>
                    <a:pt x="0" y="0"/>
                  </a:lnTo>
                  <a:lnTo>
                    <a:pt x="0" y="2511298"/>
                  </a:lnTo>
                  <a:lnTo>
                    <a:pt x="8764905" y="2511298"/>
                  </a:lnTo>
                  <a:lnTo>
                    <a:pt x="8764905" y="0"/>
                  </a:lnTo>
                  <a:close/>
                </a:path>
              </a:pathLst>
            </a:custGeom>
            <a:solidFill>
              <a:srgbClr val="908269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424899"/>
              <a:ext cx="8764905" cy="207645"/>
            </a:xfrm>
            <a:custGeom>
              <a:avLst/>
              <a:gdLst/>
              <a:ahLst/>
              <a:cxnLst/>
              <a:rect l="l" t="t" r="r" b="b"/>
              <a:pathLst>
                <a:path w="8764905" h="207644">
                  <a:moveTo>
                    <a:pt x="8764905" y="0"/>
                  </a:moveTo>
                  <a:lnTo>
                    <a:pt x="0" y="0"/>
                  </a:lnTo>
                  <a:lnTo>
                    <a:pt x="0" y="207302"/>
                  </a:lnTo>
                  <a:lnTo>
                    <a:pt x="8764905" y="207302"/>
                  </a:lnTo>
                  <a:lnTo>
                    <a:pt x="8764905" y="0"/>
                  </a:lnTo>
                  <a:close/>
                </a:path>
              </a:pathLst>
            </a:custGeom>
            <a:solidFill>
              <a:srgbClr val="908269">
                <a:alpha val="6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1808" y="285699"/>
            <a:ext cx="2183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400" b="1" spc="-4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400" b="1" spc="-25" dirty="0">
                <a:latin typeface="Arial" panose="020B0604020202020204" pitchFamily="34" charset="0"/>
                <a:cs typeface="Arial" panose="020B0604020202020204" pitchFamily="34" charset="0"/>
              </a:rPr>
              <a:t>JEC</a:t>
            </a:r>
            <a:r>
              <a:rPr sz="2400" b="1" spc="-4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b="1" spc="-165" dirty="0">
                <a:latin typeface="Arial" panose="020B0604020202020204" pitchFamily="34" charset="0"/>
                <a:cs typeface="Arial" panose="020B0604020202020204" pitchFamily="34" charset="0"/>
              </a:rPr>
              <a:t>IVES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330" y="2976752"/>
            <a:ext cx="145542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22987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3F3F3"/>
                </a:solidFill>
                <a:latin typeface="Tahoma"/>
                <a:cs typeface="Tahoma"/>
              </a:rPr>
              <a:t>Technical </a:t>
            </a:r>
            <a:r>
              <a:rPr sz="1800" b="1" spc="-30" dirty="0">
                <a:solidFill>
                  <a:srgbClr val="F3F3F3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F3F3F3"/>
                </a:solidFill>
                <a:latin typeface="Tahoma"/>
                <a:cs typeface="Tahoma"/>
              </a:rPr>
              <a:t>Fea</a:t>
            </a:r>
            <a:r>
              <a:rPr sz="1800" b="1" spc="-70" dirty="0">
                <a:solidFill>
                  <a:srgbClr val="F3F3F3"/>
                </a:solidFill>
                <a:latin typeface="Tahoma"/>
                <a:cs typeface="Tahoma"/>
              </a:rPr>
              <a:t>s</a:t>
            </a:r>
            <a:r>
              <a:rPr sz="1800" b="1" spc="-40" dirty="0">
                <a:solidFill>
                  <a:srgbClr val="F3F3F3"/>
                </a:solidFill>
                <a:latin typeface="Tahoma"/>
                <a:cs typeface="Tahoma"/>
              </a:rPr>
              <a:t>i</a:t>
            </a:r>
            <a:r>
              <a:rPr sz="1800" b="1" spc="-60" dirty="0">
                <a:solidFill>
                  <a:srgbClr val="F3F3F3"/>
                </a:solidFill>
                <a:latin typeface="Tahoma"/>
                <a:cs typeface="Tahoma"/>
              </a:rPr>
              <a:t>b</a:t>
            </a:r>
            <a:r>
              <a:rPr sz="1800" b="1" spc="-25" dirty="0">
                <a:solidFill>
                  <a:srgbClr val="F3F3F3"/>
                </a:solidFill>
                <a:latin typeface="Tahoma"/>
                <a:cs typeface="Tahoma"/>
              </a:rPr>
              <a:t>i</a:t>
            </a:r>
            <a:r>
              <a:rPr sz="1800" b="1" spc="10" dirty="0">
                <a:solidFill>
                  <a:srgbClr val="F3F3F3"/>
                </a:solidFill>
                <a:latin typeface="Tahoma"/>
                <a:cs typeface="Tahoma"/>
              </a:rPr>
              <a:t>lity</a:t>
            </a:r>
            <a:endParaRPr sz="1800" dirty="0">
              <a:latin typeface="Tahoma"/>
              <a:cs typeface="Tahoma"/>
            </a:endParaRPr>
          </a:p>
          <a:p>
            <a:pPr marL="12700" marR="16510">
              <a:lnSpc>
                <a:spcPct val="100000"/>
              </a:lnSpc>
              <a:spcBef>
                <a:spcPts val="1445"/>
              </a:spcBef>
              <a:buSzPct val="91666"/>
              <a:buChar char="•"/>
              <a:tabLst>
                <a:tab pos="6731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Assess</a:t>
            </a:r>
            <a:r>
              <a:rPr sz="12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the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potential </a:t>
            </a:r>
            <a:r>
              <a:rPr sz="1200" spc="-3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EV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conversions</a:t>
            </a:r>
            <a:endParaRPr sz="12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buSzPct val="91666"/>
              <a:buChar char="•"/>
              <a:tabLst>
                <a:tab pos="6731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Identify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suitable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co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m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po</a:t>
            </a:r>
            <a:r>
              <a:rPr sz="1200" spc="-15" dirty="0">
                <a:solidFill>
                  <a:srgbClr val="434343"/>
                </a:solidFill>
                <a:latin typeface="Arial MT"/>
                <a:cs typeface="Arial MT"/>
              </a:rPr>
              <a:t>ne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n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ts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(m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o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t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o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rs, 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batteries,</a:t>
            </a:r>
            <a:r>
              <a:rPr sz="12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controllers)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3483" y="2976752"/>
            <a:ext cx="1623695" cy="164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129539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F3F3F3"/>
                </a:solidFill>
                <a:latin typeface="Tahoma"/>
                <a:cs typeface="Tahoma"/>
              </a:rPr>
              <a:t>Design </a:t>
            </a:r>
            <a:r>
              <a:rPr sz="1800" b="1" spc="-35" dirty="0">
                <a:solidFill>
                  <a:srgbClr val="F3F3F3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3F3F3"/>
                </a:solidFill>
                <a:latin typeface="Tahoma"/>
                <a:cs typeface="Tahoma"/>
              </a:rPr>
              <a:t>Opti</a:t>
            </a:r>
            <a:r>
              <a:rPr sz="1800" b="1" spc="-30" dirty="0">
                <a:solidFill>
                  <a:srgbClr val="F3F3F3"/>
                </a:solidFill>
                <a:latin typeface="Tahoma"/>
                <a:cs typeface="Tahoma"/>
              </a:rPr>
              <a:t>mizat</a:t>
            </a:r>
            <a:r>
              <a:rPr sz="1800" b="1" spc="-10" dirty="0">
                <a:solidFill>
                  <a:srgbClr val="F3F3F3"/>
                </a:solidFill>
                <a:latin typeface="Tahoma"/>
                <a:cs typeface="Tahoma"/>
              </a:rPr>
              <a:t>i</a:t>
            </a:r>
            <a:r>
              <a:rPr sz="1800" b="1" spc="-35" dirty="0">
                <a:solidFill>
                  <a:srgbClr val="F3F3F3"/>
                </a:solidFill>
                <a:latin typeface="Tahoma"/>
                <a:cs typeface="Tahoma"/>
              </a:rPr>
              <a:t>on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235"/>
              </a:spcBef>
              <a:buSzPct val="91666"/>
              <a:buChar char="•"/>
              <a:tabLst>
                <a:tab pos="67310" algn="l"/>
              </a:tabLst>
            </a:pP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Ensure a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balance 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between</a:t>
            </a:r>
            <a:r>
              <a:rPr sz="1200" spc="-6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weight,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speed, </a:t>
            </a:r>
            <a:r>
              <a:rPr sz="1200" spc="-3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efficiency</a:t>
            </a:r>
            <a:endParaRPr sz="1200">
              <a:latin typeface="Arial MT"/>
              <a:cs typeface="Arial MT"/>
            </a:endParaRPr>
          </a:p>
          <a:p>
            <a:pPr marL="12700" marR="11430">
              <a:lnSpc>
                <a:spcPct val="100000"/>
              </a:lnSpc>
              <a:buSzPct val="91666"/>
              <a:buChar char="•"/>
              <a:tabLst>
                <a:tab pos="67310" algn="l"/>
              </a:tabLst>
            </a:pP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Adapt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designs</a:t>
            </a:r>
            <a:r>
              <a:rPr sz="1200" spc="-4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local </a:t>
            </a:r>
            <a:r>
              <a:rPr sz="1200" spc="-3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conditions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7577" y="2976752"/>
            <a:ext cx="1336675" cy="177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175895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3F3F3"/>
                </a:solidFill>
                <a:latin typeface="Tahoma"/>
                <a:cs typeface="Tahoma"/>
              </a:rPr>
              <a:t>Financial </a:t>
            </a:r>
            <a:r>
              <a:rPr sz="1800" b="1" spc="-25" dirty="0">
                <a:solidFill>
                  <a:srgbClr val="F3F3F3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F3F3F3"/>
                </a:solidFill>
                <a:latin typeface="Tahoma"/>
                <a:cs typeface="Tahoma"/>
              </a:rPr>
              <a:t>Fea</a:t>
            </a:r>
            <a:r>
              <a:rPr sz="1800" b="1" spc="-70" dirty="0">
                <a:solidFill>
                  <a:srgbClr val="F3F3F3"/>
                </a:solidFill>
                <a:latin typeface="Tahoma"/>
                <a:cs typeface="Tahoma"/>
              </a:rPr>
              <a:t>s</a:t>
            </a:r>
            <a:r>
              <a:rPr sz="1800" b="1" spc="-40" dirty="0">
                <a:solidFill>
                  <a:srgbClr val="F3F3F3"/>
                </a:solidFill>
                <a:latin typeface="Tahoma"/>
                <a:cs typeface="Tahoma"/>
              </a:rPr>
              <a:t>i</a:t>
            </a:r>
            <a:r>
              <a:rPr sz="1800" b="1" spc="-60" dirty="0">
                <a:solidFill>
                  <a:srgbClr val="F3F3F3"/>
                </a:solidFill>
                <a:latin typeface="Tahoma"/>
                <a:cs typeface="Tahoma"/>
              </a:rPr>
              <a:t>b</a:t>
            </a:r>
            <a:r>
              <a:rPr sz="1800" b="1" spc="-25" dirty="0">
                <a:solidFill>
                  <a:srgbClr val="F3F3F3"/>
                </a:solidFill>
                <a:latin typeface="Tahoma"/>
                <a:cs typeface="Tahoma"/>
              </a:rPr>
              <a:t>i</a:t>
            </a:r>
            <a:r>
              <a:rPr sz="1800" b="1" spc="10" dirty="0">
                <a:solidFill>
                  <a:srgbClr val="F3F3F3"/>
                </a:solidFill>
                <a:latin typeface="Tahoma"/>
                <a:cs typeface="Tahoma"/>
              </a:rPr>
              <a:t>lity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  <a:buSzPct val="91666"/>
              <a:buChar char="•"/>
              <a:tabLst>
                <a:tab pos="6731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Estimate 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conversion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costs 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savings</a:t>
            </a:r>
            <a:r>
              <a:rPr sz="12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on</a:t>
            </a:r>
            <a:r>
              <a:rPr sz="12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fuel </a:t>
            </a:r>
            <a:r>
              <a:rPr sz="1200" spc="-3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maintenance</a:t>
            </a:r>
            <a:endParaRPr sz="1200">
              <a:latin typeface="Arial MT"/>
              <a:cs typeface="Arial MT"/>
            </a:endParaRPr>
          </a:p>
          <a:p>
            <a:pPr marL="12700" marR="284480">
              <a:lnSpc>
                <a:spcPct val="100000"/>
              </a:lnSpc>
              <a:buSzPct val="91666"/>
              <a:buChar char="•"/>
              <a:tabLst>
                <a:tab pos="67310" algn="l"/>
              </a:tabLst>
            </a:pP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Determine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the </a:t>
            </a:r>
            <a:r>
              <a:rPr sz="1200" spc="-3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payback</a:t>
            </a:r>
            <a:r>
              <a:rPr sz="1200" spc="-8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period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39865" y="3074035"/>
            <a:ext cx="2089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F3F3F3"/>
                </a:solidFill>
                <a:latin typeface="Tahoma"/>
                <a:cs typeface="Tahoma"/>
              </a:rPr>
              <a:t>Recommendations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3243" y="3650945"/>
            <a:ext cx="134048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indent="-54610">
              <a:lnSpc>
                <a:spcPct val="100000"/>
              </a:lnSpc>
              <a:spcBef>
                <a:spcPts val="100"/>
              </a:spcBef>
              <a:buSzPct val="91666"/>
              <a:buChar char="•"/>
              <a:tabLst>
                <a:tab pos="67310" algn="l"/>
              </a:tabLst>
            </a:pP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Policy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suggestions</a:t>
            </a:r>
            <a:endParaRPr sz="1200">
              <a:latin typeface="Arial MT"/>
              <a:cs typeface="Arial MT"/>
            </a:endParaRPr>
          </a:p>
          <a:p>
            <a:pPr marL="12700" marR="113664">
              <a:lnSpc>
                <a:spcPct val="100000"/>
              </a:lnSpc>
              <a:spcBef>
                <a:spcPts val="5"/>
              </a:spcBef>
              <a:buSzPct val="91666"/>
              <a:buChar char="•"/>
              <a:tabLst>
                <a:tab pos="67310" algn="l"/>
              </a:tabLst>
            </a:pP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Scaling up with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rene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w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able</a:t>
            </a:r>
            <a:r>
              <a:rPr sz="1200" spc="-4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ener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g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y  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integration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26379" y="673633"/>
            <a:ext cx="3284221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133" y="0"/>
                </a:moveTo>
                <a:lnTo>
                  <a:pt x="0" y="0"/>
                </a:lnTo>
                <a:lnTo>
                  <a:pt x="0" y="1057503"/>
                </a:lnTo>
                <a:lnTo>
                  <a:pt x="3104133" y="1057503"/>
                </a:lnTo>
                <a:lnTo>
                  <a:pt x="3104133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45" y="271437"/>
            <a:ext cx="4554220" cy="4506595"/>
            <a:chOff x="2445" y="271437"/>
            <a:chExt cx="4554220" cy="4506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419" y="271437"/>
              <a:ext cx="4224909" cy="4506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5" y="703986"/>
              <a:ext cx="1070698" cy="10575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474335" y="673633"/>
            <a:ext cx="3104515" cy="10579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R="189865" algn="r">
              <a:lnSpc>
                <a:spcPct val="100000"/>
              </a:lnSpc>
              <a:spcBef>
                <a:spcPts val="775"/>
              </a:spcBef>
            </a:pPr>
            <a:r>
              <a:rPr sz="2800" b="1" spc="-25" dirty="0">
                <a:solidFill>
                  <a:srgbClr val="FFFFFF"/>
                </a:solidFill>
                <a:latin typeface="Tahoma"/>
                <a:cs typeface="Tahoma"/>
              </a:rPr>
              <a:t>SCO</a:t>
            </a:r>
            <a:r>
              <a:rPr sz="2800" b="1" spc="-2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2800" b="1" spc="-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3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800" b="1" spc="-140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2800" dirty="0">
              <a:latin typeface="Tahoma"/>
              <a:cs typeface="Tahoma"/>
            </a:endParaRPr>
          </a:p>
          <a:p>
            <a:pPr marR="190500" algn="r">
              <a:lnSpc>
                <a:spcPct val="100000"/>
              </a:lnSpc>
            </a:pPr>
            <a:r>
              <a:rPr sz="2800" b="1" spc="-75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9328" y="1936241"/>
            <a:ext cx="336931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89535" indent="-304800">
              <a:lnSpc>
                <a:spcPct val="100000"/>
              </a:lnSpc>
              <a:spcBef>
                <a:spcPts val="95"/>
              </a:spcBef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cificat</a:t>
            </a:r>
            <a:r>
              <a:rPr sz="16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orc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6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cles 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Sri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Lanka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nance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>
              <a:lnSpc>
                <a:spcPct val="100000"/>
              </a:lnSpc>
            </a:pP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</a:t>
            </a:r>
            <a:r>
              <a:rPr sz="1600" spc="-9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hicl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66040" indent="-304800">
              <a:lnSpc>
                <a:spcPct val="100000"/>
              </a:lnSpc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ify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 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201930" indent="-304800">
              <a:lnSpc>
                <a:spcPct val="100000"/>
              </a:lnSpc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ype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1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600" spc="-9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5080" indent="-304800">
              <a:lnSpc>
                <a:spcPct val="100000"/>
              </a:lnSpc>
              <a:spcBef>
                <a:spcPts val="5"/>
              </a:spcBef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sz="1600" spc="-48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</a:t>
            </a:r>
            <a:r>
              <a:rPr sz="16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53455" y="943355"/>
            <a:ext cx="518159" cy="518159"/>
            <a:chOff x="5553455" y="943355"/>
            <a:chExt cx="518159" cy="518159"/>
          </a:xfrm>
        </p:grpSpPr>
        <p:sp>
          <p:nvSpPr>
            <p:cNvPr id="9" name="object 9"/>
            <p:cNvSpPr/>
            <p:nvPr/>
          </p:nvSpPr>
          <p:spPr>
            <a:xfrm>
              <a:off x="5826759" y="943736"/>
              <a:ext cx="245110" cy="297180"/>
            </a:xfrm>
            <a:custGeom>
              <a:avLst/>
              <a:gdLst/>
              <a:ahLst/>
              <a:cxnLst/>
              <a:rect l="l" t="t" r="r" b="b"/>
              <a:pathLst>
                <a:path w="245110" h="297180">
                  <a:moveTo>
                    <a:pt x="635" y="0"/>
                  </a:moveTo>
                  <a:lnTo>
                    <a:pt x="40004" y="71882"/>
                  </a:lnTo>
                  <a:lnTo>
                    <a:pt x="0" y="146050"/>
                  </a:lnTo>
                  <a:lnTo>
                    <a:pt x="38762" y="158333"/>
                  </a:lnTo>
                  <a:lnTo>
                    <a:pt x="69881" y="182784"/>
                  </a:lnTo>
                  <a:lnTo>
                    <a:pt x="90761" y="216523"/>
                  </a:lnTo>
                  <a:lnTo>
                    <a:pt x="98805" y="256666"/>
                  </a:lnTo>
                  <a:lnTo>
                    <a:pt x="172338" y="296672"/>
                  </a:lnTo>
                  <a:lnTo>
                    <a:pt x="244601" y="256666"/>
                  </a:lnTo>
                  <a:lnTo>
                    <a:pt x="239416" y="206680"/>
                  </a:lnTo>
                  <a:lnTo>
                    <a:pt x="225216" y="159930"/>
                  </a:lnTo>
                  <a:lnTo>
                    <a:pt x="202893" y="117357"/>
                  </a:lnTo>
                  <a:lnTo>
                    <a:pt x="173339" y="79898"/>
                  </a:lnTo>
                  <a:lnTo>
                    <a:pt x="137444" y="48494"/>
                  </a:lnTo>
                  <a:lnTo>
                    <a:pt x="96101" y="24084"/>
                  </a:lnTo>
                  <a:lnTo>
                    <a:pt x="50200" y="7606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54090" y="943355"/>
              <a:ext cx="297180" cy="245110"/>
            </a:xfrm>
            <a:custGeom>
              <a:avLst/>
              <a:gdLst/>
              <a:ahLst/>
              <a:cxnLst/>
              <a:rect l="l" t="t" r="r" b="b"/>
              <a:pathLst>
                <a:path w="297179" h="245109">
                  <a:moveTo>
                    <a:pt x="256667" y="0"/>
                  </a:moveTo>
                  <a:lnTo>
                    <a:pt x="206680" y="5185"/>
                  </a:lnTo>
                  <a:lnTo>
                    <a:pt x="159930" y="19389"/>
                  </a:lnTo>
                  <a:lnTo>
                    <a:pt x="117357" y="41721"/>
                  </a:lnTo>
                  <a:lnTo>
                    <a:pt x="79898" y="71294"/>
                  </a:lnTo>
                  <a:lnTo>
                    <a:pt x="48494" y="107219"/>
                  </a:lnTo>
                  <a:lnTo>
                    <a:pt x="24084" y="148607"/>
                  </a:lnTo>
                  <a:lnTo>
                    <a:pt x="7606" y="194571"/>
                  </a:lnTo>
                  <a:lnTo>
                    <a:pt x="0" y="244221"/>
                  </a:lnTo>
                  <a:lnTo>
                    <a:pt x="71882" y="204597"/>
                  </a:lnTo>
                  <a:lnTo>
                    <a:pt x="146050" y="244856"/>
                  </a:lnTo>
                  <a:lnTo>
                    <a:pt x="158386" y="205946"/>
                  </a:lnTo>
                  <a:lnTo>
                    <a:pt x="182832" y="174752"/>
                  </a:lnTo>
                  <a:lnTo>
                    <a:pt x="216540" y="153844"/>
                  </a:lnTo>
                  <a:lnTo>
                    <a:pt x="256667" y="145796"/>
                  </a:lnTo>
                  <a:lnTo>
                    <a:pt x="296672" y="72263"/>
                  </a:lnTo>
                  <a:lnTo>
                    <a:pt x="256667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74689" y="1216405"/>
              <a:ext cx="296545" cy="245110"/>
            </a:xfrm>
            <a:custGeom>
              <a:avLst/>
              <a:gdLst/>
              <a:ahLst/>
              <a:cxnLst/>
              <a:rect l="l" t="t" r="r" b="b"/>
              <a:pathLst>
                <a:path w="296545" h="245109">
                  <a:moveTo>
                    <a:pt x="150240" y="0"/>
                  </a:moveTo>
                  <a:lnTo>
                    <a:pt x="137979" y="38766"/>
                  </a:lnTo>
                  <a:lnTo>
                    <a:pt x="113585" y="69913"/>
                  </a:lnTo>
                  <a:lnTo>
                    <a:pt x="79928" y="90868"/>
                  </a:lnTo>
                  <a:lnTo>
                    <a:pt x="39877" y="99060"/>
                  </a:lnTo>
                  <a:lnTo>
                    <a:pt x="0" y="172339"/>
                  </a:lnTo>
                  <a:lnTo>
                    <a:pt x="39624" y="244856"/>
                  </a:lnTo>
                  <a:lnTo>
                    <a:pt x="89537" y="239690"/>
                  </a:lnTo>
                  <a:lnTo>
                    <a:pt x="136253" y="225466"/>
                  </a:lnTo>
                  <a:lnTo>
                    <a:pt x="178822" y="203089"/>
                  </a:lnTo>
                  <a:lnTo>
                    <a:pt x="216296" y="173466"/>
                  </a:lnTo>
                  <a:lnTo>
                    <a:pt x="247729" y="137502"/>
                  </a:lnTo>
                  <a:lnTo>
                    <a:pt x="272170" y="96105"/>
                  </a:lnTo>
                  <a:lnTo>
                    <a:pt x="288674" y="50180"/>
                  </a:lnTo>
                  <a:lnTo>
                    <a:pt x="290238" y="40005"/>
                  </a:lnTo>
                  <a:lnTo>
                    <a:pt x="224409" y="40005"/>
                  </a:lnTo>
                  <a:lnTo>
                    <a:pt x="150240" y="0"/>
                  </a:lnTo>
                  <a:close/>
                </a:path>
                <a:path w="296545" h="245109">
                  <a:moveTo>
                    <a:pt x="296290" y="635"/>
                  </a:moveTo>
                  <a:lnTo>
                    <a:pt x="224409" y="40005"/>
                  </a:lnTo>
                  <a:lnTo>
                    <a:pt x="290238" y="40005"/>
                  </a:lnTo>
                  <a:lnTo>
                    <a:pt x="296290" y="635"/>
                  </a:lnTo>
                  <a:close/>
                </a:path>
              </a:pathLst>
            </a:custGeom>
            <a:solidFill>
              <a:srgbClr val="B9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3455" y="1164335"/>
              <a:ext cx="245745" cy="296545"/>
            </a:xfrm>
            <a:custGeom>
              <a:avLst/>
              <a:gdLst/>
              <a:ahLst/>
              <a:cxnLst/>
              <a:rect l="l" t="t" r="r" b="b"/>
              <a:pathLst>
                <a:path w="245745" h="296544">
                  <a:moveTo>
                    <a:pt x="72517" y="0"/>
                  </a:moveTo>
                  <a:lnTo>
                    <a:pt x="0" y="39877"/>
                  </a:lnTo>
                  <a:lnTo>
                    <a:pt x="5274" y="89780"/>
                  </a:lnTo>
                  <a:lnTo>
                    <a:pt x="19550" y="136467"/>
                  </a:lnTo>
                  <a:lnTo>
                    <a:pt x="41933" y="178995"/>
                  </a:lnTo>
                  <a:lnTo>
                    <a:pt x="71532" y="216423"/>
                  </a:lnTo>
                  <a:lnTo>
                    <a:pt x="107453" y="247809"/>
                  </a:lnTo>
                  <a:lnTo>
                    <a:pt x="148804" y="272210"/>
                  </a:lnTo>
                  <a:lnTo>
                    <a:pt x="194691" y="288685"/>
                  </a:lnTo>
                  <a:lnTo>
                    <a:pt x="244221" y="296290"/>
                  </a:lnTo>
                  <a:lnTo>
                    <a:pt x="204851" y="224409"/>
                  </a:lnTo>
                  <a:lnTo>
                    <a:pt x="245237" y="150240"/>
                  </a:lnTo>
                  <a:lnTo>
                    <a:pt x="206253" y="137908"/>
                  </a:lnTo>
                  <a:lnTo>
                    <a:pt x="175021" y="113490"/>
                  </a:lnTo>
                  <a:lnTo>
                    <a:pt x="154100" y="79857"/>
                  </a:lnTo>
                  <a:lnTo>
                    <a:pt x="146050" y="39877"/>
                  </a:lnTo>
                  <a:lnTo>
                    <a:pt x="72517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06517" y="0"/>
            <a:ext cx="4237990" cy="5143500"/>
            <a:chOff x="4906517" y="0"/>
            <a:chExt cx="4237990" cy="51435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6340" y="0"/>
              <a:ext cx="3367659" cy="51434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06517" y="1577466"/>
              <a:ext cx="1950720" cy="1988820"/>
            </a:xfrm>
            <a:custGeom>
              <a:avLst/>
              <a:gdLst/>
              <a:ahLst/>
              <a:cxnLst/>
              <a:rect l="l" t="t" r="r" b="b"/>
              <a:pathLst>
                <a:path w="1950720" h="1988820">
                  <a:moveTo>
                    <a:pt x="1950339" y="0"/>
                  </a:moveTo>
                  <a:lnTo>
                    <a:pt x="0" y="0"/>
                  </a:lnTo>
                  <a:lnTo>
                    <a:pt x="0" y="1988693"/>
                  </a:lnTo>
                  <a:lnTo>
                    <a:pt x="1950339" y="1988693"/>
                  </a:lnTo>
                  <a:lnTo>
                    <a:pt x="1950339" y="0"/>
                  </a:lnTo>
                  <a:close/>
                </a:path>
              </a:pathLst>
            </a:custGeom>
            <a:solidFill>
              <a:srgbClr val="CFC3AC">
                <a:alpha val="5843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6491" y="742899"/>
            <a:ext cx="2991485" cy="672465"/>
          </a:xfrm>
          <a:prstGeom prst="rect">
            <a:avLst/>
          </a:prstGeom>
          <a:solidFill>
            <a:srgbClr val="CFC3AC">
              <a:alpha val="58430"/>
            </a:srgbClr>
          </a:solidFill>
        </p:spPr>
        <p:txBody>
          <a:bodyPr vert="horz" wrap="square" lIns="0" tIns="9461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745"/>
              </a:spcBef>
            </a:pPr>
            <a:r>
              <a:rPr sz="2800" b="1" spc="-20" dirty="0">
                <a:latin typeface="Tahoma"/>
                <a:cs typeface="Tahoma"/>
              </a:rPr>
              <a:t>METHODOLOGY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577466"/>
            <a:ext cx="362585" cy="1988820"/>
          </a:xfrm>
          <a:custGeom>
            <a:avLst/>
            <a:gdLst/>
            <a:ahLst/>
            <a:cxnLst/>
            <a:rect l="l" t="t" r="r" b="b"/>
            <a:pathLst>
              <a:path w="362585" h="1988820">
                <a:moveTo>
                  <a:pt x="362102" y="0"/>
                </a:moveTo>
                <a:lnTo>
                  <a:pt x="0" y="0"/>
                </a:lnTo>
                <a:lnTo>
                  <a:pt x="0" y="1988693"/>
                </a:lnTo>
                <a:lnTo>
                  <a:pt x="362102" y="1988693"/>
                </a:lnTo>
                <a:lnTo>
                  <a:pt x="362102" y="0"/>
                </a:lnTo>
                <a:close/>
              </a:path>
            </a:pathLst>
          </a:custGeom>
          <a:solidFill>
            <a:srgbClr val="CFC3AC">
              <a:alpha val="5843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9722" y="242443"/>
            <a:ext cx="1384553" cy="11764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8748" y="1457071"/>
            <a:ext cx="4693920" cy="2617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b="1" spc="-5" dirty="0">
                <a:solidFill>
                  <a:srgbClr val="434343"/>
                </a:solidFill>
                <a:latin typeface="Arial"/>
                <a:cs typeface="Arial"/>
              </a:rPr>
              <a:t>Data</a:t>
            </a:r>
            <a:r>
              <a:rPr sz="18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34343"/>
                </a:solidFill>
                <a:latin typeface="Arial"/>
                <a:cs typeface="Arial"/>
              </a:rPr>
              <a:t>Collection:</a:t>
            </a:r>
            <a:endParaRPr sz="1800" dirty="0">
              <a:latin typeface="Arial"/>
              <a:cs typeface="Arial"/>
            </a:endParaRPr>
          </a:p>
          <a:p>
            <a:pPr marL="12700" marR="83185" indent="639445">
              <a:lnSpc>
                <a:spcPct val="100000"/>
              </a:lnSpc>
            </a:pP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Literature</a:t>
            </a:r>
            <a:r>
              <a:rPr sz="1400" spc="-5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reviews,</a:t>
            </a: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surveys</a:t>
            </a: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 via</a:t>
            </a:r>
            <a:r>
              <a:rPr sz="1400" spc="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Google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Forms,</a:t>
            </a:r>
            <a:r>
              <a:rPr sz="14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and </a:t>
            </a:r>
            <a:r>
              <a:rPr sz="1400" spc="-37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direct</a:t>
            </a:r>
            <a:r>
              <a:rPr sz="14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driver</a:t>
            </a: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interviews</a:t>
            </a:r>
            <a:endParaRPr sz="1400" dirty="0">
              <a:latin typeface="Arial MT"/>
              <a:cs typeface="Arial MT"/>
            </a:endParaRPr>
          </a:p>
          <a:p>
            <a:pPr marL="299085" indent="-287020">
              <a:lnSpc>
                <a:spcPts val="2155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spc="-5" dirty="0">
                <a:solidFill>
                  <a:srgbClr val="434343"/>
                </a:solidFill>
                <a:latin typeface="Arial"/>
                <a:cs typeface="Arial"/>
              </a:rPr>
              <a:t>Technical</a:t>
            </a:r>
            <a:r>
              <a:rPr sz="18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Arial"/>
                <a:cs typeface="Arial"/>
              </a:rPr>
              <a:t>Analysis:</a:t>
            </a:r>
            <a:endParaRPr sz="1800" dirty="0">
              <a:latin typeface="Arial"/>
              <a:cs typeface="Arial"/>
            </a:endParaRPr>
          </a:p>
          <a:p>
            <a:pPr marL="12700" marR="58419" indent="639445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Select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popular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motorcycle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models,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Evaluate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 BLDC </a:t>
            </a:r>
            <a:r>
              <a:rPr sz="1400" spc="-37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motors,</a:t>
            </a:r>
            <a:r>
              <a:rPr sz="1400" spc="-4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lithium-ion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batteries,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controllers</a:t>
            </a:r>
            <a:endParaRPr sz="1400" dirty="0">
              <a:latin typeface="Arial MT"/>
              <a:cs typeface="Arial MT"/>
            </a:endParaRPr>
          </a:p>
          <a:p>
            <a:pPr marL="299085" indent="-287020">
              <a:lnSpc>
                <a:spcPts val="2155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dirty="0">
                <a:solidFill>
                  <a:srgbClr val="434343"/>
                </a:solidFill>
                <a:latin typeface="Arial"/>
                <a:cs typeface="Arial"/>
              </a:rPr>
              <a:t>Financial</a:t>
            </a:r>
            <a:r>
              <a:rPr sz="1800" b="1" spc="-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34343"/>
                </a:solidFill>
                <a:latin typeface="Arial"/>
                <a:cs typeface="Arial"/>
              </a:rPr>
              <a:t>Feasibility:</a:t>
            </a:r>
            <a:endParaRPr sz="1800" dirty="0">
              <a:latin typeface="Arial"/>
              <a:cs typeface="Arial"/>
            </a:endParaRPr>
          </a:p>
          <a:p>
            <a:pPr marL="189230" algn="ctr">
              <a:lnSpc>
                <a:spcPts val="1680"/>
              </a:lnSpc>
            </a:pP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Calculate</a:t>
            </a:r>
            <a:r>
              <a:rPr sz="1400" spc="-5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costs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assess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savings</a:t>
            </a:r>
            <a:r>
              <a:rPr sz="1400" spc="-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over</a:t>
            </a: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time</a:t>
            </a:r>
            <a:endParaRPr sz="1400" dirty="0">
              <a:latin typeface="Arial MT"/>
              <a:cs typeface="Arial MT"/>
            </a:endParaRPr>
          </a:p>
          <a:p>
            <a:pPr marL="299085" indent="-287020">
              <a:lnSpc>
                <a:spcPts val="216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b="1" dirty="0">
                <a:solidFill>
                  <a:srgbClr val="434343"/>
                </a:solidFill>
                <a:latin typeface="Arial"/>
                <a:cs typeface="Arial"/>
              </a:rPr>
              <a:t>Pilot</a:t>
            </a:r>
            <a:r>
              <a:rPr sz="1800" b="1" spc="-5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34343"/>
                </a:solidFill>
                <a:latin typeface="Arial"/>
                <a:cs typeface="Arial"/>
              </a:rPr>
              <a:t>Testing:</a:t>
            </a:r>
            <a:endParaRPr sz="1800" dirty="0">
              <a:latin typeface="Arial"/>
              <a:cs typeface="Arial"/>
            </a:endParaRPr>
          </a:p>
          <a:p>
            <a:pPr marL="12700" marR="5080" indent="639445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Monitor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prototypes</a:t>
            </a:r>
            <a:r>
              <a:rPr sz="14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for</a:t>
            </a:r>
            <a:r>
              <a:rPr sz="14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34343"/>
                </a:solidFill>
                <a:latin typeface="Arial MT"/>
                <a:cs typeface="Arial MT"/>
              </a:rPr>
              <a:t>performance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metrics</a:t>
            </a:r>
            <a:r>
              <a:rPr sz="14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(speed, </a:t>
            </a:r>
            <a:r>
              <a:rPr sz="1400" spc="-37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range,</a:t>
            </a:r>
            <a:r>
              <a:rPr sz="1400" spc="-4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charging)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26379" y="658393"/>
            <a:ext cx="3104515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133" y="0"/>
                </a:moveTo>
                <a:lnTo>
                  <a:pt x="0" y="0"/>
                </a:lnTo>
                <a:lnTo>
                  <a:pt x="0" y="1057503"/>
                </a:lnTo>
                <a:lnTo>
                  <a:pt x="3104133" y="1057503"/>
                </a:lnTo>
                <a:lnTo>
                  <a:pt x="3104133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271437"/>
            <a:ext cx="4556760" cy="4506595"/>
            <a:chOff x="0" y="271437"/>
            <a:chExt cx="4556760" cy="4506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419" y="271437"/>
              <a:ext cx="4224909" cy="4506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8367"/>
              <a:ext cx="1070698" cy="105752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26379" y="658393"/>
            <a:ext cx="3208021" cy="96116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875030" marR="190500" indent="240665">
              <a:lnSpc>
                <a:spcPct val="100000"/>
              </a:lnSpc>
              <a:spcBef>
                <a:spcPts val="775"/>
              </a:spcBef>
            </a:pPr>
            <a:r>
              <a:rPr sz="2800" b="1" spc="-60" dirty="0">
                <a:solidFill>
                  <a:srgbClr val="FFFFFF"/>
                </a:solidFill>
                <a:latin typeface="Tahoma"/>
                <a:cs typeface="Tahoma"/>
              </a:rPr>
              <a:t>EXPECTED  </a:t>
            </a: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OUTCOMES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6379" y="1889277"/>
            <a:ext cx="293560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204470" indent="-304800">
              <a:lnSpc>
                <a:spcPct val="100000"/>
              </a:lnSpc>
              <a:spcBef>
                <a:spcPts val="95"/>
              </a:spcBef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asible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rsion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sz="16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orc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cles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ized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</a:t>
            </a:r>
            <a:r>
              <a:rPr sz="1600" spc="-1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36195" indent="-304800">
              <a:lnSpc>
                <a:spcPct val="100000"/>
              </a:lnSpc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cial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</a:t>
            </a:r>
            <a:r>
              <a:rPr sz="1600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 analysis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318135" indent="-304800">
              <a:lnSpc>
                <a:spcPct val="100000"/>
              </a:lnSpc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sz="1600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icy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 scalin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5080" indent="-304800">
              <a:lnSpc>
                <a:spcPct val="100000"/>
              </a:lnSpc>
              <a:spcBef>
                <a:spcPts val="5"/>
              </a:spcBef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19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  <a:r>
              <a:rPr sz="16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9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rgy 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600" spc="-9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ruct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ure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38215" y="928116"/>
            <a:ext cx="518159" cy="518159"/>
            <a:chOff x="5538215" y="928116"/>
            <a:chExt cx="518159" cy="518159"/>
          </a:xfrm>
        </p:grpSpPr>
        <p:sp>
          <p:nvSpPr>
            <p:cNvPr id="9" name="object 9"/>
            <p:cNvSpPr/>
            <p:nvPr/>
          </p:nvSpPr>
          <p:spPr>
            <a:xfrm>
              <a:off x="5811519" y="928497"/>
              <a:ext cx="245110" cy="297180"/>
            </a:xfrm>
            <a:custGeom>
              <a:avLst/>
              <a:gdLst/>
              <a:ahLst/>
              <a:cxnLst/>
              <a:rect l="l" t="t" r="r" b="b"/>
              <a:pathLst>
                <a:path w="245110" h="297180">
                  <a:moveTo>
                    <a:pt x="634" y="0"/>
                  </a:moveTo>
                  <a:lnTo>
                    <a:pt x="40004" y="71881"/>
                  </a:lnTo>
                  <a:lnTo>
                    <a:pt x="0" y="146050"/>
                  </a:lnTo>
                  <a:lnTo>
                    <a:pt x="38762" y="158333"/>
                  </a:lnTo>
                  <a:lnTo>
                    <a:pt x="69881" y="182784"/>
                  </a:lnTo>
                  <a:lnTo>
                    <a:pt x="90761" y="216523"/>
                  </a:lnTo>
                  <a:lnTo>
                    <a:pt x="98805" y="256666"/>
                  </a:lnTo>
                  <a:lnTo>
                    <a:pt x="172338" y="296672"/>
                  </a:lnTo>
                  <a:lnTo>
                    <a:pt x="244601" y="256666"/>
                  </a:lnTo>
                  <a:lnTo>
                    <a:pt x="239416" y="206680"/>
                  </a:lnTo>
                  <a:lnTo>
                    <a:pt x="225216" y="159930"/>
                  </a:lnTo>
                  <a:lnTo>
                    <a:pt x="202893" y="117357"/>
                  </a:lnTo>
                  <a:lnTo>
                    <a:pt x="173339" y="79898"/>
                  </a:lnTo>
                  <a:lnTo>
                    <a:pt x="137444" y="48494"/>
                  </a:lnTo>
                  <a:lnTo>
                    <a:pt x="96101" y="24084"/>
                  </a:lnTo>
                  <a:lnTo>
                    <a:pt x="50200" y="760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38850" y="928116"/>
              <a:ext cx="297180" cy="245110"/>
            </a:xfrm>
            <a:custGeom>
              <a:avLst/>
              <a:gdLst/>
              <a:ahLst/>
              <a:cxnLst/>
              <a:rect l="l" t="t" r="r" b="b"/>
              <a:pathLst>
                <a:path w="297179" h="245109">
                  <a:moveTo>
                    <a:pt x="256666" y="0"/>
                  </a:moveTo>
                  <a:lnTo>
                    <a:pt x="206680" y="5185"/>
                  </a:lnTo>
                  <a:lnTo>
                    <a:pt x="159930" y="19389"/>
                  </a:lnTo>
                  <a:lnTo>
                    <a:pt x="117357" y="41721"/>
                  </a:lnTo>
                  <a:lnTo>
                    <a:pt x="79898" y="71294"/>
                  </a:lnTo>
                  <a:lnTo>
                    <a:pt x="48494" y="107219"/>
                  </a:lnTo>
                  <a:lnTo>
                    <a:pt x="24084" y="148607"/>
                  </a:lnTo>
                  <a:lnTo>
                    <a:pt x="7606" y="194571"/>
                  </a:lnTo>
                  <a:lnTo>
                    <a:pt x="0" y="244221"/>
                  </a:lnTo>
                  <a:lnTo>
                    <a:pt x="71882" y="204597"/>
                  </a:lnTo>
                  <a:lnTo>
                    <a:pt x="146050" y="244856"/>
                  </a:lnTo>
                  <a:lnTo>
                    <a:pt x="158386" y="205946"/>
                  </a:lnTo>
                  <a:lnTo>
                    <a:pt x="182832" y="174751"/>
                  </a:lnTo>
                  <a:lnTo>
                    <a:pt x="216540" y="153844"/>
                  </a:lnTo>
                  <a:lnTo>
                    <a:pt x="256666" y="145796"/>
                  </a:lnTo>
                  <a:lnTo>
                    <a:pt x="296672" y="72262"/>
                  </a:lnTo>
                  <a:lnTo>
                    <a:pt x="256666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59449" y="1201166"/>
              <a:ext cx="296545" cy="245110"/>
            </a:xfrm>
            <a:custGeom>
              <a:avLst/>
              <a:gdLst/>
              <a:ahLst/>
              <a:cxnLst/>
              <a:rect l="l" t="t" r="r" b="b"/>
              <a:pathLst>
                <a:path w="296545" h="245109">
                  <a:moveTo>
                    <a:pt x="150240" y="0"/>
                  </a:moveTo>
                  <a:lnTo>
                    <a:pt x="137979" y="38766"/>
                  </a:lnTo>
                  <a:lnTo>
                    <a:pt x="113585" y="69913"/>
                  </a:lnTo>
                  <a:lnTo>
                    <a:pt x="79928" y="90868"/>
                  </a:lnTo>
                  <a:lnTo>
                    <a:pt x="39877" y="99060"/>
                  </a:lnTo>
                  <a:lnTo>
                    <a:pt x="0" y="172338"/>
                  </a:lnTo>
                  <a:lnTo>
                    <a:pt x="39624" y="244856"/>
                  </a:lnTo>
                  <a:lnTo>
                    <a:pt x="89537" y="239690"/>
                  </a:lnTo>
                  <a:lnTo>
                    <a:pt x="136253" y="225466"/>
                  </a:lnTo>
                  <a:lnTo>
                    <a:pt x="178822" y="203089"/>
                  </a:lnTo>
                  <a:lnTo>
                    <a:pt x="216296" y="173466"/>
                  </a:lnTo>
                  <a:lnTo>
                    <a:pt x="247729" y="137502"/>
                  </a:lnTo>
                  <a:lnTo>
                    <a:pt x="272170" y="96105"/>
                  </a:lnTo>
                  <a:lnTo>
                    <a:pt x="288674" y="50180"/>
                  </a:lnTo>
                  <a:lnTo>
                    <a:pt x="290238" y="40005"/>
                  </a:lnTo>
                  <a:lnTo>
                    <a:pt x="224409" y="40005"/>
                  </a:lnTo>
                  <a:lnTo>
                    <a:pt x="150240" y="0"/>
                  </a:lnTo>
                  <a:close/>
                </a:path>
                <a:path w="296545" h="245109">
                  <a:moveTo>
                    <a:pt x="296290" y="635"/>
                  </a:moveTo>
                  <a:lnTo>
                    <a:pt x="224409" y="40005"/>
                  </a:lnTo>
                  <a:lnTo>
                    <a:pt x="290238" y="40005"/>
                  </a:lnTo>
                  <a:lnTo>
                    <a:pt x="296290" y="635"/>
                  </a:lnTo>
                  <a:close/>
                </a:path>
              </a:pathLst>
            </a:custGeom>
            <a:solidFill>
              <a:srgbClr val="B9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8215" y="1149096"/>
              <a:ext cx="245745" cy="296545"/>
            </a:xfrm>
            <a:custGeom>
              <a:avLst/>
              <a:gdLst/>
              <a:ahLst/>
              <a:cxnLst/>
              <a:rect l="l" t="t" r="r" b="b"/>
              <a:pathLst>
                <a:path w="245745" h="296544">
                  <a:moveTo>
                    <a:pt x="72517" y="0"/>
                  </a:moveTo>
                  <a:lnTo>
                    <a:pt x="0" y="39877"/>
                  </a:lnTo>
                  <a:lnTo>
                    <a:pt x="5274" y="89780"/>
                  </a:lnTo>
                  <a:lnTo>
                    <a:pt x="19550" y="136467"/>
                  </a:lnTo>
                  <a:lnTo>
                    <a:pt x="41933" y="178995"/>
                  </a:lnTo>
                  <a:lnTo>
                    <a:pt x="71532" y="216423"/>
                  </a:lnTo>
                  <a:lnTo>
                    <a:pt x="107453" y="247809"/>
                  </a:lnTo>
                  <a:lnTo>
                    <a:pt x="148804" y="272210"/>
                  </a:lnTo>
                  <a:lnTo>
                    <a:pt x="194691" y="288685"/>
                  </a:lnTo>
                  <a:lnTo>
                    <a:pt x="244221" y="296290"/>
                  </a:lnTo>
                  <a:lnTo>
                    <a:pt x="204850" y="224408"/>
                  </a:lnTo>
                  <a:lnTo>
                    <a:pt x="245237" y="150240"/>
                  </a:lnTo>
                  <a:lnTo>
                    <a:pt x="206253" y="137908"/>
                  </a:lnTo>
                  <a:lnTo>
                    <a:pt x="175021" y="113490"/>
                  </a:lnTo>
                  <a:lnTo>
                    <a:pt x="154100" y="79857"/>
                  </a:lnTo>
                  <a:lnTo>
                    <a:pt x="146050" y="39877"/>
                  </a:lnTo>
                  <a:lnTo>
                    <a:pt x="72517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2286" y="381965"/>
            <a:ext cx="14166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8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b="1" spc="-2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spc="-20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sz="2400" b="1" spc="-2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b="1" spc="-19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spc="-3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b="1" spc="-9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243" y="863980"/>
            <a:ext cx="8191373" cy="39061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19799" y="310768"/>
            <a:ext cx="421005" cy="487680"/>
            <a:chOff x="719799" y="310768"/>
            <a:chExt cx="421005" cy="487680"/>
          </a:xfrm>
        </p:grpSpPr>
        <p:sp>
          <p:nvSpPr>
            <p:cNvPr id="5" name="object 5"/>
            <p:cNvSpPr/>
            <p:nvPr/>
          </p:nvSpPr>
          <p:spPr>
            <a:xfrm>
              <a:off x="719799" y="310768"/>
              <a:ext cx="421005" cy="487680"/>
            </a:xfrm>
            <a:custGeom>
              <a:avLst/>
              <a:gdLst/>
              <a:ahLst/>
              <a:cxnLst/>
              <a:rect l="l" t="t" r="r" b="b"/>
              <a:pathLst>
                <a:path w="421005" h="487680">
                  <a:moveTo>
                    <a:pt x="201052" y="63245"/>
                  </a:moveTo>
                  <a:lnTo>
                    <a:pt x="186053" y="63245"/>
                  </a:lnTo>
                  <a:lnTo>
                    <a:pt x="186053" y="88137"/>
                  </a:lnTo>
                  <a:lnTo>
                    <a:pt x="139578" y="98290"/>
                  </a:lnTo>
                  <a:lnTo>
                    <a:pt x="98709" y="117086"/>
                  </a:lnTo>
                  <a:lnTo>
                    <a:pt x="64061" y="143149"/>
                  </a:lnTo>
                  <a:lnTo>
                    <a:pt x="36251" y="175101"/>
                  </a:lnTo>
                  <a:lnTo>
                    <a:pt x="15894" y="211566"/>
                  </a:lnTo>
                  <a:lnTo>
                    <a:pt x="3604" y="251166"/>
                  </a:lnTo>
                  <a:lnTo>
                    <a:pt x="0" y="292525"/>
                  </a:lnTo>
                  <a:lnTo>
                    <a:pt x="5694" y="334266"/>
                  </a:lnTo>
                  <a:lnTo>
                    <a:pt x="21304" y="375011"/>
                  </a:lnTo>
                  <a:lnTo>
                    <a:pt x="47445" y="413384"/>
                  </a:lnTo>
                  <a:lnTo>
                    <a:pt x="82031" y="445527"/>
                  </a:lnTo>
                  <a:lnTo>
                    <a:pt x="121975" y="468693"/>
                  </a:lnTo>
                  <a:lnTo>
                    <a:pt x="165538" y="482715"/>
                  </a:lnTo>
                  <a:lnTo>
                    <a:pt x="210983" y="487425"/>
                  </a:lnTo>
                  <a:lnTo>
                    <a:pt x="245932" y="484651"/>
                  </a:lnTo>
                  <a:lnTo>
                    <a:pt x="280198" y="476281"/>
                  </a:lnTo>
                  <a:lnTo>
                    <a:pt x="287396" y="473201"/>
                  </a:lnTo>
                  <a:lnTo>
                    <a:pt x="210183" y="473201"/>
                  </a:lnTo>
                  <a:lnTo>
                    <a:pt x="168060" y="468824"/>
                  </a:lnTo>
                  <a:lnTo>
                    <a:pt x="127773" y="455802"/>
                  </a:lnTo>
                  <a:lnTo>
                    <a:pt x="90914" y="434304"/>
                  </a:lnTo>
                  <a:lnTo>
                    <a:pt x="59078" y="404494"/>
                  </a:lnTo>
                  <a:lnTo>
                    <a:pt x="34975" y="368932"/>
                  </a:lnTo>
                  <a:lnTo>
                    <a:pt x="20537" y="331209"/>
                  </a:lnTo>
                  <a:lnTo>
                    <a:pt x="15210" y="292586"/>
                  </a:lnTo>
                  <a:lnTo>
                    <a:pt x="18443" y="254322"/>
                  </a:lnTo>
                  <a:lnTo>
                    <a:pt x="29681" y="217677"/>
                  </a:lnTo>
                  <a:lnTo>
                    <a:pt x="48372" y="183914"/>
                  </a:lnTo>
                  <a:lnTo>
                    <a:pt x="73964" y="154291"/>
                  </a:lnTo>
                  <a:lnTo>
                    <a:pt x="105903" y="130069"/>
                  </a:lnTo>
                  <a:lnTo>
                    <a:pt x="143637" y="112508"/>
                  </a:lnTo>
                  <a:lnTo>
                    <a:pt x="186612" y="102869"/>
                  </a:lnTo>
                  <a:lnTo>
                    <a:pt x="202918" y="101472"/>
                  </a:lnTo>
                  <a:lnTo>
                    <a:pt x="286877" y="101472"/>
                  </a:lnTo>
                  <a:lnTo>
                    <a:pt x="273457" y="96045"/>
                  </a:lnTo>
                  <a:lnTo>
                    <a:pt x="234872" y="88137"/>
                  </a:lnTo>
                  <a:lnTo>
                    <a:pt x="234872" y="87121"/>
                  </a:lnTo>
                  <a:lnTo>
                    <a:pt x="201052" y="87121"/>
                  </a:lnTo>
                  <a:lnTo>
                    <a:pt x="201052" y="63245"/>
                  </a:lnTo>
                  <a:close/>
                </a:path>
                <a:path w="421005" h="487680">
                  <a:moveTo>
                    <a:pt x="286877" y="101472"/>
                  </a:moveTo>
                  <a:lnTo>
                    <a:pt x="211021" y="101472"/>
                  </a:lnTo>
                  <a:lnTo>
                    <a:pt x="253064" y="105884"/>
                  </a:lnTo>
                  <a:lnTo>
                    <a:pt x="293377" y="118951"/>
                  </a:lnTo>
                  <a:lnTo>
                    <a:pt x="330372" y="140424"/>
                  </a:lnTo>
                  <a:lnTo>
                    <a:pt x="362456" y="170052"/>
                  </a:lnTo>
                  <a:lnTo>
                    <a:pt x="389420" y="212405"/>
                  </a:lnTo>
                  <a:lnTo>
                    <a:pt x="403388" y="258642"/>
                  </a:lnTo>
                  <a:lnTo>
                    <a:pt x="404575" y="306212"/>
                  </a:lnTo>
                  <a:lnTo>
                    <a:pt x="393198" y="352566"/>
                  </a:lnTo>
                  <a:lnTo>
                    <a:pt x="369473" y="395151"/>
                  </a:lnTo>
                  <a:lnTo>
                    <a:pt x="333614" y="431418"/>
                  </a:lnTo>
                  <a:lnTo>
                    <a:pt x="274432" y="462835"/>
                  </a:lnTo>
                  <a:lnTo>
                    <a:pt x="210183" y="473201"/>
                  </a:lnTo>
                  <a:lnTo>
                    <a:pt x="287396" y="473201"/>
                  </a:lnTo>
                  <a:lnTo>
                    <a:pt x="343584" y="442467"/>
                  </a:lnTo>
                  <a:lnTo>
                    <a:pt x="377404" y="409383"/>
                  </a:lnTo>
                  <a:lnTo>
                    <a:pt x="401713" y="371045"/>
                  </a:lnTo>
                  <a:lnTo>
                    <a:pt x="416311" y="329181"/>
                  </a:lnTo>
                  <a:lnTo>
                    <a:pt x="420994" y="285519"/>
                  </a:lnTo>
                  <a:lnTo>
                    <a:pt x="415562" y="241789"/>
                  </a:lnTo>
                  <a:lnTo>
                    <a:pt x="399812" y="199718"/>
                  </a:lnTo>
                  <a:lnTo>
                    <a:pt x="373543" y="161035"/>
                  </a:lnTo>
                  <a:lnTo>
                    <a:pt x="343994" y="132625"/>
                  </a:lnTo>
                  <a:lnTo>
                    <a:pt x="310232" y="110918"/>
                  </a:lnTo>
                  <a:lnTo>
                    <a:pt x="286877" y="101472"/>
                  </a:lnTo>
                  <a:close/>
                </a:path>
                <a:path w="421005" h="487680">
                  <a:moveTo>
                    <a:pt x="234872" y="63245"/>
                  </a:moveTo>
                  <a:lnTo>
                    <a:pt x="219924" y="63245"/>
                  </a:lnTo>
                  <a:lnTo>
                    <a:pt x="219924" y="87121"/>
                  </a:lnTo>
                  <a:lnTo>
                    <a:pt x="234872" y="87121"/>
                  </a:lnTo>
                  <a:lnTo>
                    <a:pt x="234872" y="63245"/>
                  </a:lnTo>
                  <a:close/>
                </a:path>
                <a:path w="421005" h="487680">
                  <a:moveTo>
                    <a:pt x="250937" y="0"/>
                  </a:moveTo>
                  <a:lnTo>
                    <a:pt x="170546" y="0"/>
                  </a:lnTo>
                  <a:lnTo>
                    <a:pt x="157393" y="2494"/>
                  </a:lnTo>
                  <a:lnTo>
                    <a:pt x="146843" y="9286"/>
                  </a:lnTo>
                  <a:lnTo>
                    <a:pt x="139830" y="19341"/>
                  </a:lnTo>
                  <a:lnTo>
                    <a:pt x="137285" y="31622"/>
                  </a:lnTo>
                  <a:lnTo>
                    <a:pt x="139908" y="43904"/>
                  </a:lnTo>
                  <a:lnTo>
                    <a:pt x="147053" y="53959"/>
                  </a:lnTo>
                  <a:lnTo>
                    <a:pt x="157629" y="60751"/>
                  </a:lnTo>
                  <a:lnTo>
                    <a:pt x="170546" y="63245"/>
                  </a:lnTo>
                  <a:lnTo>
                    <a:pt x="250937" y="63245"/>
                  </a:lnTo>
                  <a:lnTo>
                    <a:pt x="264104" y="60680"/>
                  </a:lnTo>
                  <a:lnTo>
                    <a:pt x="274670" y="53768"/>
                  </a:lnTo>
                  <a:lnTo>
                    <a:pt x="278334" y="48513"/>
                  </a:lnTo>
                  <a:lnTo>
                    <a:pt x="160018" y="48513"/>
                  </a:lnTo>
                  <a:lnTo>
                    <a:pt x="152245" y="40639"/>
                  </a:lnTo>
                  <a:lnTo>
                    <a:pt x="152245" y="21589"/>
                  </a:lnTo>
                  <a:lnTo>
                    <a:pt x="160577" y="14223"/>
                  </a:lnTo>
                  <a:lnTo>
                    <a:pt x="277978" y="14223"/>
                  </a:lnTo>
                  <a:lnTo>
                    <a:pt x="274251" y="9096"/>
                  </a:lnTo>
                  <a:lnTo>
                    <a:pt x="263632" y="2422"/>
                  </a:lnTo>
                  <a:lnTo>
                    <a:pt x="250937" y="0"/>
                  </a:lnTo>
                  <a:close/>
                </a:path>
                <a:path w="421005" h="487680">
                  <a:moveTo>
                    <a:pt x="277978" y="14223"/>
                  </a:moveTo>
                  <a:lnTo>
                    <a:pt x="261516" y="14223"/>
                  </a:lnTo>
                  <a:lnTo>
                    <a:pt x="268692" y="22097"/>
                  </a:lnTo>
                  <a:lnTo>
                    <a:pt x="268692" y="41147"/>
                  </a:lnTo>
                  <a:lnTo>
                    <a:pt x="260399" y="48513"/>
                  </a:lnTo>
                  <a:lnTo>
                    <a:pt x="278334" y="48513"/>
                  </a:lnTo>
                  <a:lnTo>
                    <a:pt x="281698" y="43689"/>
                  </a:lnTo>
                  <a:lnTo>
                    <a:pt x="284249" y="31622"/>
                  </a:lnTo>
                  <a:lnTo>
                    <a:pt x="281541" y="19127"/>
                  </a:lnTo>
                  <a:lnTo>
                    <a:pt x="277978" y="14223"/>
                  </a:lnTo>
                  <a:close/>
                </a:path>
              </a:pathLst>
            </a:custGeom>
            <a:solidFill>
              <a:srgbClr val="647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342" y="589534"/>
              <a:ext cx="210210" cy="1714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0577" y="435228"/>
              <a:ext cx="299085" cy="140970"/>
            </a:xfrm>
            <a:custGeom>
              <a:avLst/>
              <a:gdLst/>
              <a:ahLst/>
              <a:cxnLst/>
              <a:rect l="l" t="t" r="r" b="b"/>
              <a:pathLst>
                <a:path w="299084" h="140970">
                  <a:moveTo>
                    <a:pt x="170243" y="0"/>
                  </a:moveTo>
                  <a:lnTo>
                    <a:pt x="124064" y="6052"/>
                  </a:lnTo>
                  <a:lnTo>
                    <a:pt x="81392" y="23485"/>
                  </a:lnTo>
                  <a:lnTo>
                    <a:pt x="44841" y="51215"/>
                  </a:lnTo>
                  <a:lnTo>
                    <a:pt x="17025" y="88156"/>
                  </a:lnTo>
                  <a:lnTo>
                    <a:pt x="558" y="133223"/>
                  </a:lnTo>
                  <a:lnTo>
                    <a:pt x="0" y="136906"/>
                  </a:lnTo>
                  <a:lnTo>
                    <a:pt x="3314" y="140588"/>
                  </a:lnTo>
                  <a:lnTo>
                    <a:pt x="11645" y="140588"/>
                  </a:lnTo>
                  <a:lnTo>
                    <a:pt x="15506" y="137922"/>
                  </a:lnTo>
                  <a:lnTo>
                    <a:pt x="16078" y="134747"/>
                  </a:lnTo>
                  <a:lnTo>
                    <a:pt x="31010" y="93480"/>
                  </a:lnTo>
                  <a:lnTo>
                    <a:pt x="56246" y="59760"/>
                  </a:lnTo>
                  <a:lnTo>
                    <a:pt x="89418" y="34519"/>
                  </a:lnTo>
                  <a:lnTo>
                    <a:pt x="128160" y="18691"/>
                  </a:lnTo>
                  <a:lnTo>
                    <a:pt x="170103" y="13208"/>
                  </a:lnTo>
                  <a:lnTo>
                    <a:pt x="193922" y="14993"/>
                  </a:lnTo>
                  <a:lnTo>
                    <a:pt x="240721" y="29710"/>
                  </a:lnTo>
                  <a:lnTo>
                    <a:pt x="274377" y="51958"/>
                  </a:lnTo>
                  <a:lnTo>
                    <a:pt x="286689" y="63500"/>
                  </a:lnTo>
                  <a:lnTo>
                    <a:pt x="289166" y="64516"/>
                  </a:lnTo>
                  <a:lnTo>
                    <a:pt x="292976" y="64516"/>
                  </a:lnTo>
                  <a:lnTo>
                    <a:pt x="294474" y="64008"/>
                  </a:lnTo>
                  <a:lnTo>
                    <a:pt x="298386" y="60325"/>
                  </a:lnTo>
                  <a:lnTo>
                    <a:pt x="298894" y="55625"/>
                  </a:lnTo>
                  <a:lnTo>
                    <a:pt x="284365" y="42052"/>
                  </a:lnTo>
                  <a:lnTo>
                    <a:pt x="247490" y="17948"/>
                  </a:lnTo>
                  <a:lnTo>
                    <a:pt x="196302" y="1934"/>
                  </a:lnTo>
                  <a:lnTo>
                    <a:pt x="170243" y="0"/>
                  </a:lnTo>
                  <a:close/>
                </a:path>
              </a:pathLst>
            </a:custGeom>
            <a:solidFill>
              <a:srgbClr val="647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987" y="459104"/>
              <a:ext cx="316636" cy="2914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79722" y="0"/>
            <a:ext cx="5264785" cy="5143500"/>
            <a:chOff x="3879722" y="0"/>
            <a:chExt cx="526478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6340" y="0"/>
              <a:ext cx="3367659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45760" y="1577466"/>
              <a:ext cx="1950720" cy="1988820"/>
            </a:xfrm>
            <a:custGeom>
              <a:avLst/>
              <a:gdLst/>
              <a:ahLst/>
              <a:cxnLst/>
              <a:rect l="l" t="t" r="r" b="b"/>
              <a:pathLst>
                <a:path w="1950720" h="1988820">
                  <a:moveTo>
                    <a:pt x="1950339" y="0"/>
                  </a:moveTo>
                  <a:lnTo>
                    <a:pt x="0" y="0"/>
                  </a:lnTo>
                  <a:lnTo>
                    <a:pt x="0" y="1988693"/>
                  </a:lnTo>
                  <a:lnTo>
                    <a:pt x="1950339" y="1988693"/>
                  </a:lnTo>
                  <a:lnTo>
                    <a:pt x="1950339" y="0"/>
                  </a:lnTo>
                  <a:close/>
                </a:path>
              </a:pathLst>
            </a:custGeom>
            <a:solidFill>
              <a:srgbClr val="CFC3AC">
                <a:alpha val="5843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9722" y="242443"/>
              <a:ext cx="1384553" cy="117640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286" y="268909"/>
            <a:ext cx="3515436" cy="905376"/>
          </a:xfrm>
          <a:prstGeom prst="rect">
            <a:avLst/>
          </a:prstGeom>
          <a:solidFill>
            <a:srgbClr val="CFC3AC">
              <a:alpha val="58430"/>
            </a:srgbClr>
          </a:solidFill>
        </p:spPr>
        <p:txBody>
          <a:bodyPr vert="horz" wrap="square" lIns="0" tIns="43180" rIns="0" bIns="0" rtlCol="0">
            <a:spAutoFit/>
          </a:bodyPr>
          <a:lstStyle/>
          <a:p>
            <a:pPr marL="785495" marR="148590" indent="-670560">
              <a:lnSpc>
                <a:spcPct val="100000"/>
              </a:lnSpc>
              <a:spcBef>
                <a:spcPts val="340"/>
              </a:spcBef>
            </a:pPr>
            <a:r>
              <a:rPr sz="2800" b="1" spc="-195" dirty="0">
                <a:latin typeface="Arial" panose="020B0604020202020204" pitchFamily="34" charset="0"/>
                <a:cs typeface="Arial" panose="020B0604020202020204" pitchFamily="34" charset="0"/>
              </a:rPr>
              <a:t>SIGNIFIC</a:t>
            </a:r>
            <a:r>
              <a:rPr sz="2800" b="1" spc="-23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800" b="1" spc="-45" dirty="0">
                <a:latin typeface="Arial" panose="020B0604020202020204" pitchFamily="34" charset="0"/>
                <a:cs typeface="Arial" panose="020B0604020202020204" pitchFamily="34" charset="0"/>
              </a:rPr>
              <a:t>NCE</a:t>
            </a:r>
            <a:r>
              <a:rPr sz="28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45" dirty="0">
                <a:latin typeface="Arial" panose="020B0604020202020204" pitchFamily="34" charset="0"/>
                <a:cs typeface="Arial" panose="020B0604020202020204" pitchFamily="34" charset="0"/>
              </a:rPr>
              <a:t>OF  </a:t>
            </a:r>
            <a:r>
              <a:rPr sz="2800" b="1" spc="-6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800" b="1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50" dirty="0">
                <a:latin typeface="Arial" panose="020B0604020202020204" pitchFamily="34" charset="0"/>
                <a:cs typeface="Arial" panose="020B0604020202020204" pitchFamily="34" charset="0"/>
              </a:rPr>
              <a:t>PROJEC</a:t>
            </a:r>
            <a:r>
              <a:rPr sz="2800" b="1" spc="-6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577466"/>
            <a:ext cx="362585" cy="1988820"/>
          </a:xfrm>
          <a:custGeom>
            <a:avLst/>
            <a:gdLst/>
            <a:ahLst/>
            <a:cxnLst/>
            <a:rect l="l" t="t" r="r" b="b"/>
            <a:pathLst>
              <a:path w="362585" h="1988820">
                <a:moveTo>
                  <a:pt x="362102" y="0"/>
                </a:moveTo>
                <a:lnTo>
                  <a:pt x="0" y="0"/>
                </a:lnTo>
                <a:lnTo>
                  <a:pt x="0" y="1988693"/>
                </a:lnTo>
                <a:lnTo>
                  <a:pt x="362102" y="1988693"/>
                </a:lnTo>
                <a:lnTo>
                  <a:pt x="362102" y="0"/>
                </a:lnTo>
                <a:close/>
              </a:path>
            </a:pathLst>
          </a:custGeom>
          <a:solidFill>
            <a:srgbClr val="CFC3AC">
              <a:alpha val="5843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7808" y="1372616"/>
            <a:ext cx="4647565" cy="345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</a:t>
            </a:r>
            <a:r>
              <a:rPr sz="16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b="1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</a:t>
            </a:r>
            <a:r>
              <a:rPr sz="1600" b="1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sz="1600" b="1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b="1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1600" b="1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sz="1600" b="1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Reduces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emissions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pollution.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600" b="1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  <a:r>
              <a:rPr sz="1600" b="1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b="1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b="1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</a:t>
            </a:r>
            <a:r>
              <a:rPr sz="1600" b="1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sz="16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orei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xchange</a:t>
            </a:r>
            <a:r>
              <a:rPr sz="1600" spc="-2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Lowers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sz="16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operating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(fuel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maintenance).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600" b="1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Sustainability: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385445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Encourages</a:t>
            </a:r>
            <a:r>
              <a:rPr sz="16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</a:t>
            </a:r>
            <a:r>
              <a:rPr sz="1600" spc="-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</a:t>
            </a:r>
            <a:r>
              <a:rPr sz="1600" spc="-48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charging.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Technological</a:t>
            </a:r>
            <a:r>
              <a:rPr sz="1600" b="1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Advancement: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Fosters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600" b="1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</a:t>
            </a:r>
            <a:r>
              <a:rPr sz="1600" b="1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icy</a:t>
            </a:r>
            <a:r>
              <a:rPr sz="1600" b="1" spc="-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b="1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Aware</a:t>
            </a:r>
            <a:r>
              <a:rPr sz="1600" b="1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sz="16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ct val="100000"/>
              </a:lnSpc>
              <a:buClr>
                <a:srgbClr val="000000"/>
              </a:buClr>
              <a:buSzPct val="75000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Rais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blic</a:t>
            </a:r>
            <a:r>
              <a:rPr sz="16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1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6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r>
              <a:rPr sz="1600" spc="-10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  <a:r>
              <a:rPr sz="16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6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1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3500" y="365886"/>
            <a:ext cx="3337560" cy="1457325"/>
          </a:xfrm>
          <a:custGeom>
            <a:avLst/>
            <a:gdLst/>
            <a:ahLst/>
            <a:cxnLst/>
            <a:rect l="l" t="t" r="r" b="b"/>
            <a:pathLst>
              <a:path w="3337559" h="1457325">
                <a:moveTo>
                  <a:pt x="3337559" y="0"/>
                </a:moveTo>
                <a:lnTo>
                  <a:pt x="0" y="0"/>
                </a:lnTo>
                <a:lnTo>
                  <a:pt x="0" y="1457198"/>
                </a:lnTo>
                <a:lnTo>
                  <a:pt x="3337559" y="1457198"/>
                </a:lnTo>
                <a:lnTo>
                  <a:pt x="3337559" y="0"/>
                </a:lnTo>
                <a:close/>
              </a:path>
            </a:pathLst>
          </a:custGeom>
          <a:solidFill>
            <a:srgbClr val="908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271437"/>
            <a:ext cx="4556760" cy="4506595"/>
            <a:chOff x="0" y="271437"/>
            <a:chExt cx="4556760" cy="4506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419" y="271437"/>
              <a:ext cx="4224909" cy="4506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5886"/>
              <a:ext cx="1070698" cy="14571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143500" y="365886"/>
            <a:ext cx="3337560" cy="136511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838835">
              <a:lnSpc>
                <a:spcPct val="100000"/>
              </a:lnSpc>
              <a:spcBef>
                <a:spcPts val="565"/>
              </a:spcBef>
            </a:pPr>
            <a:r>
              <a:rPr sz="2800" b="1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9940" marR="191135" indent="2051050">
              <a:lnSpc>
                <a:spcPct val="100000"/>
              </a:lnSpc>
            </a:pPr>
            <a:r>
              <a:rPr sz="2800" b="1" spc="8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 </a:t>
            </a:r>
            <a:r>
              <a:rPr sz="2800" b="1" spc="-2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</a:t>
            </a:r>
            <a:r>
              <a:rPr sz="2800" b="1" spc="-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800" b="1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GATIONS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0632" y="2055114"/>
            <a:ext cx="309689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Technical: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indent="-304800">
              <a:lnSpc>
                <a:spcPts val="1650"/>
              </a:lnSpc>
              <a:spcBef>
                <a:spcPts val="60"/>
              </a:spcBef>
              <a:buSzPct val="85714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sz="14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</a:t>
            </a:r>
            <a:r>
              <a:rPr sz="14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compatibility</a:t>
            </a:r>
            <a:r>
              <a:rPr sz="14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</a:t>
            </a:r>
            <a:r>
              <a:rPr sz="14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>
              <a:lnSpc>
                <a:spcPts val="1650"/>
              </a:lnSpc>
            </a:pPr>
            <a:r>
              <a:rPr sz="14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470534" indent="-304800">
              <a:lnSpc>
                <a:spcPts val="1620"/>
              </a:lnSpc>
              <a:spcBef>
                <a:spcPts val="170"/>
              </a:spcBef>
              <a:buSzPct val="85714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4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400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400" spc="-1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4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sz="14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4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4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 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4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4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twe</a:t>
            </a:r>
            <a:r>
              <a:rPr sz="14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400" spc="-1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</a:t>
            </a:r>
            <a:r>
              <a:rPr sz="14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133985" indent="-304800">
              <a:lnSpc>
                <a:spcPts val="1620"/>
              </a:lnSpc>
              <a:spcBef>
                <a:spcPts val="120"/>
              </a:spcBef>
              <a:buSzPct val="85714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4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fet</a:t>
            </a:r>
            <a:r>
              <a:rPr sz="14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4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400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4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spc="-11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4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4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sz="14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rous  </a:t>
            </a:r>
            <a:r>
              <a:rPr sz="14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1635"/>
              </a:lnSpc>
            </a:pPr>
            <a:r>
              <a:rPr sz="1400" b="1" spc="-7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Financial: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5080" indent="-304800">
              <a:lnSpc>
                <a:spcPts val="1620"/>
              </a:lnSpc>
              <a:spcBef>
                <a:spcPts val="165"/>
              </a:spcBef>
              <a:buSzPct val="85714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sz="14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4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400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4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400" spc="-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4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400" spc="-1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sz="14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vings,</a:t>
            </a:r>
            <a:r>
              <a:rPr sz="14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 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incentives.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00" marR="34925" indent="-304800">
              <a:lnSpc>
                <a:spcPts val="1620"/>
              </a:lnSpc>
              <a:spcBef>
                <a:spcPts val="120"/>
              </a:spcBef>
              <a:buSzPct val="85714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spc="-8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ew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400" spc="-1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sz="14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400" spc="-1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400" spc="-1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400" spc="-6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sz="1400" spc="-13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</a:t>
            </a:r>
            <a:r>
              <a:rPr sz="14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400" spc="-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sz="1400" spc="-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sz="1400" spc="-2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400" spc="-13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spc="-5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sz="1400" spc="-9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spc="-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sz="1400" spc="-114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</a:t>
            </a:r>
            <a:r>
              <a:rPr sz="1400" spc="-4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400" spc="-12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5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400" spc="-7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roviders.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07329" y="835533"/>
            <a:ext cx="518159" cy="518159"/>
            <a:chOff x="5307329" y="835533"/>
            <a:chExt cx="518159" cy="518159"/>
          </a:xfrm>
        </p:grpSpPr>
        <p:sp>
          <p:nvSpPr>
            <p:cNvPr id="9" name="object 9"/>
            <p:cNvSpPr/>
            <p:nvPr/>
          </p:nvSpPr>
          <p:spPr>
            <a:xfrm>
              <a:off x="5580633" y="835914"/>
              <a:ext cx="245110" cy="297180"/>
            </a:xfrm>
            <a:custGeom>
              <a:avLst/>
              <a:gdLst/>
              <a:ahLst/>
              <a:cxnLst/>
              <a:rect l="l" t="t" r="r" b="b"/>
              <a:pathLst>
                <a:path w="245110" h="297180">
                  <a:moveTo>
                    <a:pt x="635" y="0"/>
                  </a:moveTo>
                  <a:lnTo>
                    <a:pt x="40004" y="71882"/>
                  </a:lnTo>
                  <a:lnTo>
                    <a:pt x="0" y="146050"/>
                  </a:lnTo>
                  <a:lnTo>
                    <a:pt x="38762" y="158386"/>
                  </a:lnTo>
                  <a:lnTo>
                    <a:pt x="69881" y="182832"/>
                  </a:lnTo>
                  <a:lnTo>
                    <a:pt x="90761" y="216540"/>
                  </a:lnTo>
                  <a:lnTo>
                    <a:pt x="98805" y="256666"/>
                  </a:lnTo>
                  <a:lnTo>
                    <a:pt x="172338" y="296672"/>
                  </a:lnTo>
                  <a:lnTo>
                    <a:pt x="244601" y="256666"/>
                  </a:lnTo>
                  <a:lnTo>
                    <a:pt x="239416" y="206680"/>
                  </a:lnTo>
                  <a:lnTo>
                    <a:pt x="225216" y="159930"/>
                  </a:lnTo>
                  <a:lnTo>
                    <a:pt x="202893" y="117357"/>
                  </a:lnTo>
                  <a:lnTo>
                    <a:pt x="173339" y="79898"/>
                  </a:lnTo>
                  <a:lnTo>
                    <a:pt x="137444" y="48494"/>
                  </a:lnTo>
                  <a:lnTo>
                    <a:pt x="96101" y="24084"/>
                  </a:lnTo>
                  <a:lnTo>
                    <a:pt x="50200" y="7606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07964" y="835533"/>
              <a:ext cx="297180" cy="245110"/>
            </a:xfrm>
            <a:custGeom>
              <a:avLst/>
              <a:gdLst/>
              <a:ahLst/>
              <a:cxnLst/>
              <a:rect l="l" t="t" r="r" b="b"/>
              <a:pathLst>
                <a:path w="297179" h="245109">
                  <a:moveTo>
                    <a:pt x="256667" y="0"/>
                  </a:moveTo>
                  <a:lnTo>
                    <a:pt x="206680" y="5191"/>
                  </a:lnTo>
                  <a:lnTo>
                    <a:pt x="159930" y="19409"/>
                  </a:lnTo>
                  <a:lnTo>
                    <a:pt x="117357" y="41761"/>
                  </a:lnTo>
                  <a:lnTo>
                    <a:pt x="79898" y="71358"/>
                  </a:lnTo>
                  <a:lnTo>
                    <a:pt x="48494" y="107306"/>
                  </a:lnTo>
                  <a:lnTo>
                    <a:pt x="24084" y="148715"/>
                  </a:lnTo>
                  <a:lnTo>
                    <a:pt x="7606" y="194692"/>
                  </a:lnTo>
                  <a:lnTo>
                    <a:pt x="0" y="244347"/>
                  </a:lnTo>
                  <a:lnTo>
                    <a:pt x="71882" y="204724"/>
                  </a:lnTo>
                  <a:lnTo>
                    <a:pt x="146050" y="244982"/>
                  </a:lnTo>
                  <a:lnTo>
                    <a:pt x="158386" y="205999"/>
                  </a:lnTo>
                  <a:lnTo>
                    <a:pt x="182832" y="174767"/>
                  </a:lnTo>
                  <a:lnTo>
                    <a:pt x="216540" y="153846"/>
                  </a:lnTo>
                  <a:lnTo>
                    <a:pt x="256667" y="145795"/>
                  </a:lnTo>
                  <a:lnTo>
                    <a:pt x="296672" y="72262"/>
                  </a:lnTo>
                  <a:lnTo>
                    <a:pt x="256667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28563" y="1108583"/>
              <a:ext cx="296545" cy="245110"/>
            </a:xfrm>
            <a:custGeom>
              <a:avLst/>
              <a:gdLst/>
              <a:ahLst/>
              <a:cxnLst/>
              <a:rect l="l" t="t" r="r" b="b"/>
              <a:pathLst>
                <a:path w="296545" h="245109">
                  <a:moveTo>
                    <a:pt x="150240" y="0"/>
                  </a:moveTo>
                  <a:lnTo>
                    <a:pt x="137981" y="38786"/>
                  </a:lnTo>
                  <a:lnTo>
                    <a:pt x="113601" y="69976"/>
                  </a:lnTo>
                  <a:lnTo>
                    <a:pt x="79982" y="90975"/>
                  </a:lnTo>
                  <a:lnTo>
                    <a:pt x="40005" y="99187"/>
                  </a:lnTo>
                  <a:lnTo>
                    <a:pt x="0" y="172338"/>
                  </a:lnTo>
                  <a:lnTo>
                    <a:pt x="39624" y="244855"/>
                  </a:lnTo>
                  <a:lnTo>
                    <a:pt x="89537" y="239696"/>
                  </a:lnTo>
                  <a:lnTo>
                    <a:pt x="136253" y="225484"/>
                  </a:lnTo>
                  <a:lnTo>
                    <a:pt x="178822" y="203123"/>
                  </a:lnTo>
                  <a:lnTo>
                    <a:pt x="216296" y="173513"/>
                  </a:lnTo>
                  <a:lnTo>
                    <a:pt x="247729" y="137558"/>
                  </a:lnTo>
                  <a:lnTo>
                    <a:pt x="272170" y="96158"/>
                  </a:lnTo>
                  <a:lnTo>
                    <a:pt x="288674" y="50217"/>
                  </a:lnTo>
                  <a:lnTo>
                    <a:pt x="290243" y="40004"/>
                  </a:lnTo>
                  <a:lnTo>
                    <a:pt x="224409" y="40004"/>
                  </a:lnTo>
                  <a:lnTo>
                    <a:pt x="150240" y="0"/>
                  </a:lnTo>
                  <a:close/>
                </a:path>
                <a:path w="296545" h="245109">
                  <a:moveTo>
                    <a:pt x="296290" y="634"/>
                  </a:moveTo>
                  <a:lnTo>
                    <a:pt x="224409" y="40004"/>
                  </a:lnTo>
                  <a:lnTo>
                    <a:pt x="290243" y="40004"/>
                  </a:lnTo>
                  <a:lnTo>
                    <a:pt x="296290" y="634"/>
                  </a:lnTo>
                  <a:close/>
                </a:path>
              </a:pathLst>
            </a:custGeom>
            <a:solidFill>
              <a:srgbClr val="B9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07329" y="1056513"/>
              <a:ext cx="245745" cy="296545"/>
            </a:xfrm>
            <a:custGeom>
              <a:avLst/>
              <a:gdLst/>
              <a:ahLst/>
              <a:cxnLst/>
              <a:rect l="l" t="t" r="r" b="b"/>
              <a:pathLst>
                <a:path w="245745" h="296544">
                  <a:moveTo>
                    <a:pt x="72517" y="0"/>
                  </a:moveTo>
                  <a:lnTo>
                    <a:pt x="0" y="40004"/>
                  </a:lnTo>
                  <a:lnTo>
                    <a:pt x="5274" y="89865"/>
                  </a:lnTo>
                  <a:lnTo>
                    <a:pt x="19550" y="136521"/>
                  </a:lnTo>
                  <a:lnTo>
                    <a:pt x="41933" y="179026"/>
                  </a:lnTo>
                  <a:lnTo>
                    <a:pt x="71532" y="216439"/>
                  </a:lnTo>
                  <a:lnTo>
                    <a:pt x="107453" y="247816"/>
                  </a:lnTo>
                  <a:lnTo>
                    <a:pt x="148804" y="272212"/>
                  </a:lnTo>
                  <a:lnTo>
                    <a:pt x="194691" y="288685"/>
                  </a:lnTo>
                  <a:lnTo>
                    <a:pt x="244221" y="296290"/>
                  </a:lnTo>
                  <a:lnTo>
                    <a:pt x="204850" y="224409"/>
                  </a:lnTo>
                  <a:lnTo>
                    <a:pt x="245237" y="150240"/>
                  </a:lnTo>
                  <a:lnTo>
                    <a:pt x="206253" y="137981"/>
                  </a:lnTo>
                  <a:lnTo>
                    <a:pt x="175021" y="113601"/>
                  </a:lnTo>
                  <a:lnTo>
                    <a:pt x="154100" y="79982"/>
                  </a:lnTo>
                  <a:lnTo>
                    <a:pt x="146050" y="40004"/>
                  </a:lnTo>
                  <a:lnTo>
                    <a:pt x="72517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94021" y="0"/>
            <a:ext cx="4150360" cy="5143500"/>
            <a:chOff x="4994021" y="0"/>
            <a:chExt cx="4150360" cy="51435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406" y="0"/>
              <a:ext cx="3228594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4021" y="1599946"/>
              <a:ext cx="1950720" cy="1988820"/>
            </a:xfrm>
            <a:custGeom>
              <a:avLst/>
              <a:gdLst/>
              <a:ahLst/>
              <a:cxnLst/>
              <a:rect l="l" t="t" r="r" b="b"/>
              <a:pathLst>
                <a:path w="1950720" h="1988820">
                  <a:moveTo>
                    <a:pt x="1950338" y="0"/>
                  </a:moveTo>
                  <a:lnTo>
                    <a:pt x="0" y="0"/>
                  </a:lnTo>
                  <a:lnTo>
                    <a:pt x="0" y="1988692"/>
                  </a:lnTo>
                  <a:lnTo>
                    <a:pt x="1950338" y="1988692"/>
                  </a:lnTo>
                  <a:lnTo>
                    <a:pt x="1950338" y="0"/>
                  </a:lnTo>
                  <a:close/>
                </a:path>
              </a:pathLst>
            </a:custGeom>
            <a:solidFill>
              <a:srgbClr val="CFC3AC">
                <a:alpha val="5843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2366" y="1095654"/>
            <a:ext cx="2991485" cy="505908"/>
          </a:xfrm>
          <a:prstGeom prst="rect">
            <a:avLst/>
          </a:prstGeom>
          <a:solidFill>
            <a:srgbClr val="CFC3AC">
              <a:alpha val="58430"/>
            </a:srgbClr>
          </a:solidFill>
        </p:spPr>
        <p:txBody>
          <a:bodyPr vert="horz" wrap="square" lIns="0" tIns="74295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585"/>
              </a:spcBef>
            </a:pPr>
            <a:r>
              <a:rPr sz="2800" b="1" spc="-7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577466"/>
            <a:ext cx="362585" cy="1988820"/>
          </a:xfrm>
          <a:custGeom>
            <a:avLst/>
            <a:gdLst/>
            <a:ahLst/>
            <a:cxnLst/>
            <a:rect l="l" t="t" r="r" b="b"/>
            <a:pathLst>
              <a:path w="362585" h="1988820">
                <a:moveTo>
                  <a:pt x="362102" y="0"/>
                </a:moveTo>
                <a:lnTo>
                  <a:pt x="0" y="0"/>
                </a:lnTo>
                <a:lnTo>
                  <a:pt x="0" y="1988693"/>
                </a:lnTo>
                <a:lnTo>
                  <a:pt x="362102" y="1988693"/>
                </a:lnTo>
                <a:lnTo>
                  <a:pt x="362102" y="0"/>
                </a:lnTo>
                <a:close/>
              </a:path>
            </a:pathLst>
          </a:custGeom>
          <a:solidFill>
            <a:srgbClr val="CFC3AC">
              <a:alpha val="5843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90415" y="370459"/>
            <a:ext cx="1384554" cy="11764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4215" y="1861185"/>
            <a:ext cx="511048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079500" indent="-2870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Addressing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challenges</a:t>
            </a:r>
            <a:r>
              <a:rPr sz="1800" spc="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Sri Lanka's </a:t>
            </a:r>
            <a:r>
              <a:rPr sz="1800" spc="-484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transportation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sector.</a:t>
            </a:r>
            <a:endParaRPr sz="18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Providing</a:t>
            </a:r>
            <a:r>
              <a:rPr sz="1800" spc="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 sustainable</a:t>
            </a:r>
            <a:r>
              <a:rPr sz="1800" spc="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 cost-effective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EV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conversion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solution.</a:t>
            </a:r>
            <a:endParaRPr sz="18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Delivering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actionable</a:t>
            </a:r>
            <a:r>
              <a:rPr sz="1800" spc="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insights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into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technical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and </a:t>
            </a:r>
            <a:r>
              <a:rPr sz="1800" spc="-484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financial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viability.</a:t>
            </a:r>
            <a:endParaRPr sz="18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720" algn="l"/>
              </a:tabLst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Contributing</a:t>
            </a:r>
            <a:r>
              <a:rPr sz="18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greener</a:t>
            </a:r>
            <a:r>
              <a:rPr sz="18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18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more</a:t>
            </a:r>
            <a:r>
              <a:rPr sz="1800" spc="-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sustainable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34343"/>
                </a:solidFill>
                <a:latin typeface="Arial MT"/>
                <a:cs typeface="Arial MT"/>
              </a:rPr>
              <a:t>future.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6684" y="480059"/>
            <a:ext cx="8547735" cy="4069079"/>
            <a:chOff x="596684" y="480059"/>
            <a:chExt cx="8547735" cy="406907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0079" y="480059"/>
              <a:ext cx="4693920" cy="4069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6684" y="892378"/>
              <a:ext cx="4554855" cy="3359150"/>
            </a:xfrm>
            <a:custGeom>
              <a:avLst/>
              <a:gdLst/>
              <a:ahLst/>
              <a:cxnLst/>
              <a:rect l="l" t="t" r="r" b="b"/>
              <a:pathLst>
                <a:path w="4554855" h="3359150">
                  <a:moveTo>
                    <a:pt x="4554474" y="0"/>
                  </a:moveTo>
                  <a:lnTo>
                    <a:pt x="0" y="0"/>
                  </a:lnTo>
                  <a:lnTo>
                    <a:pt x="0" y="3358769"/>
                  </a:lnTo>
                  <a:lnTo>
                    <a:pt x="4554474" y="3358769"/>
                  </a:lnTo>
                  <a:lnTo>
                    <a:pt x="4554474" y="0"/>
                  </a:lnTo>
                  <a:close/>
                </a:path>
              </a:pathLst>
            </a:custGeom>
            <a:solidFill>
              <a:srgbClr val="908269">
                <a:alpha val="6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4877" y="1801114"/>
            <a:ext cx="29610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85519" algn="ctr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endParaRPr sz="4400">
              <a:latin typeface="Tahoma"/>
              <a:cs typeface="Tahoma"/>
            </a:endParaRPr>
          </a:p>
          <a:p>
            <a:pPr marL="1271270" algn="ctr">
              <a:lnSpc>
                <a:spcPct val="100000"/>
              </a:lnSpc>
            </a:pPr>
            <a:r>
              <a:rPr sz="4400" b="1" spc="-170" dirty="0">
                <a:solidFill>
                  <a:srgbClr val="FFFFFF"/>
                </a:solidFill>
                <a:latin typeface="Tahoma"/>
                <a:cs typeface="Tahoma"/>
              </a:rPr>
              <a:t>YOU!!!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82414" y="1968626"/>
            <a:ext cx="346075" cy="1500505"/>
            <a:chOff x="4582414" y="1968626"/>
            <a:chExt cx="346075" cy="1500505"/>
          </a:xfrm>
        </p:grpSpPr>
        <p:sp>
          <p:nvSpPr>
            <p:cNvPr id="7" name="object 7"/>
            <p:cNvSpPr/>
            <p:nvPr/>
          </p:nvSpPr>
          <p:spPr>
            <a:xfrm>
              <a:off x="4582414" y="2545587"/>
              <a:ext cx="346075" cy="923290"/>
            </a:xfrm>
            <a:custGeom>
              <a:avLst/>
              <a:gdLst/>
              <a:ahLst/>
              <a:cxnLst/>
              <a:rect l="l" t="t" r="r" b="b"/>
              <a:pathLst>
                <a:path w="346075" h="923289">
                  <a:moveTo>
                    <a:pt x="345821" y="750316"/>
                  </a:moveTo>
                  <a:lnTo>
                    <a:pt x="332841" y="683920"/>
                  </a:lnTo>
                  <a:lnTo>
                    <a:pt x="295402" y="627507"/>
                  </a:lnTo>
                  <a:lnTo>
                    <a:pt x="239102" y="590067"/>
                  </a:lnTo>
                  <a:lnTo>
                    <a:pt x="173101" y="577088"/>
                  </a:lnTo>
                  <a:lnTo>
                    <a:pt x="139204" y="580377"/>
                  </a:lnTo>
                  <a:lnTo>
                    <a:pt x="77228" y="605866"/>
                  </a:lnTo>
                  <a:lnTo>
                    <a:pt x="29184" y="654075"/>
                  </a:lnTo>
                  <a:lnTo>
                    <a:pt x="3543" y="716089"/>
                  </a:lnTo>
                  <a:lnTo>
                    <a:pt x="254" y="749935"/>
                  </a:lnTo>
                  <a:lnTo>
                    <a:pt x="2286" y="776579"/>
                  </a:lnTo>
                  <a:lnTo>
                    <a:pt x="18300" y="826897"/>
                  </a:lnTo>
                  <a:lnTo>
                    <a:pt x="48602" y="869911"/>
                  </a:lnTo>
                  <a:lnTo>
                    <a:pt x="89217" y="901420"/>
                  </a:lnTo>
                  <a:lnTo>
                    <a:pt x="116586" y="912749"/>
                  </a:lnTo>
                  <a:lnTo>
                    <a:pt x="118110" y="911987"/>
                  </a:lnTo>
                  <a:lnTo>
                    <a:pt x="120015" y="909447"/>
                  </a:lnTo>
                  <a:lnTo>
                    <a:pt x="120015" y="805561"/>
                  </a:lnTo>
                  <a:lnTo>
                    <a:pt x="117729" y="803021"/>
                  </a:lnTo>
                  <a:lnTo>
                    <a:pt x="68834" y="803021"/>
                  </a:lnTo>
                  <a:lnTo>
                    <a:pt x="68834" y="762762"/>
                  </a:lnTo>
                  <a:lnTo>
                    <a:pt x="117348" y="762762"/>
                  </a:lnTo>
                  <a:lnTo>
                    <a:pt x="120015" y="760095"/>
                  </a:lnTo>
                  <a:lnTo>
                    <a:pt x="120015" y="749935"/>
                  </a:lnTo>
                  <a:lnTo>
                    <a:pt x="127863" y="716026"/>
                  </a:lnTo>
                  <a:lnTo>
                    <a:pt x="148996" y="687603"/>
                  </a:lnTo>
                  <a:lnTo>
                    <a:pt x="179806" y="668058"/>
                  </a:lnTo>
                  <a:lnTo>
                    <a:pt x="216662" y="660781"/>
                  </a:lnTo>
                  <a:lnTo>
                    <a:pt x="240538" y="660781"/>
                  </a:lnTo>
                  <a:lnTo>
                    <a:pt x="240538" y="701040"/>
                  </a:lnTo>
                  <a:lnTo>
                    <a:pt x="216662" y="701040"/>
                  </a:lnTo>
                  <a:lnTo>
                    <a:pt x="205346" y="701827"/>
                  </a:lnTo>
                  <a:lnTo>
                    <a:pt x="170053" y="720788"/>
                  </a:lnTo>
                  <a:lnTo>
                    <a:pt x="160147" y="749935"/>
                  </a:lnTo>
                  <a:lnTo>
                    <a:pt x="160147" y="759714"/>
                  </a:lnTo>
                  <a:lnTo>
                    <a:pt x="162814" y="762762"/>
                  </a:lnTo>
                  <a:lnTo>
                    <a:pt x="190119" y="762762"/>
                  </a:lnTo>
                  <a:lnTo>
                    <a:pt x="193167" y="760095"/>
                  </a:lnTo>
                  <a:lnTo>
                    <a:pt x="193167" y="754126"/>
                  </a:lnTo>
                  <a:lnTo>
                    <a:pt x="190500" y="751459"/>
                  </a:lnTo>
                  <a:lnTo>
                    <a:pt x="171196" y="751459"/>
                  </a:lnTo>
                  <a:lnTo>
                    <a:pt x="171196" y="749554"/>
                  </a:lnTo>
                  <a:lnTo>
                    <a:pt x="175361" y="731507"/>
                  </a:lnTo>
                  <a:lnTo>
                    <a:pt x="186118" y="719518"/>
                  </a:lnTo>
                  <a:lnTo>
                    <a:pt x="200761" y="712876"/>
                  </a:lnTo>
                  <a:lnTo>
                    <a:pt x="216662" y="710819"/>
                  </a:lnTo>
                  <a:lnTo>
                    <a:pt x="248539" y="710819"/>
                  </a:lnTo>
                  <a:lnTo>
                    <a:pt x="251079" y="708533"/>
                  </a:lnTo>
                  <a:lnTo>
                    <a:pt x="251079" y="651383"/>
                  </a:lnTo>
                  <a:lnTo>
                    <a:pt x="248793" y="648335"/>
                  </a:lnTo>
                  <a:lnTo>
                    <a:pt x="216662" y="648335"/>
                  </a:lnTo>
                  <a:lnTo>
                    <a:pt x="196773" y="650278"/>
                  </a:lnTo>
                  <a:lnTo>
                    <a:pt x="159029" y="665111"/>
                  </a:lnTo>
                  <a:lnTo>
                    <a:pt x="128193" y="693039"/>
                  </a:lnTo>
                  <a:lnTo>
                    <a:pt x="111201" y="728865"/>
                  </a:lnTo>
                  <a:lnTo>
                    <a:pt x="108966" y="748411"/>
                  </a:lnTo>
                  <a:lnTo>
                    <a:pt x="108966" y="750316"/>
                  </a:lnTo>
                  <a:lnTo>
                    <a:pt x="60833" y="750316"/>
                  </a:lnTo>
                  <a:lnTo>
                    <a:pt x="57912" y="752602"/>
                  </a:lnTo>
                  <a:lnTo>
                    <a:pt x="57912" y="810133"/>
                  </a:lnTo>
                  <a:lnTo>
                    <a:pt x="60452" y="812800"/>
                  </a:lnTo>
                  <a:lnTo>
                    <a:pt x="108966" y="812800"/>
                  </a:lnTo>
                  <a:lnTo>
                    <a:pt x="108966" y="898017"/>
                  </a:lnTo>
                  <a:lnTo>
                    <a:pt x="68770" y="873379"/>
                  </a:lnTo>
                  <a:lnTo>
                    <a:pt x="37922" y="838606"/>
                  </a:lnTo>
                  <a:lnTo>
                    <a:pt x="18148" y="796417"/>
                  </a:lnTo>
                  <a:lnTo>
                    <a:pt x="11176" y="749554"/>
                  </a:lnTo>
                  <a:lnTo>
                    <a:pt x="16941" y="706310"/>
                  </a:lnTo>
                  <a:lnTo>
                    <a:pt x="33248" y="667512"/>
                  </a:lnTo>
                  <a:lnTo>
                    <a:pt x="58559" y="634682"/>
                  </a:lnTo>
                  <a:lnTo>
                    <a:pt x="91325" y="609346"/>
                  </a:lnTo>
                  <a:lnTo>
                    <a:pt x="130009" y="593026"/>
                  </a:lnTo>
                  <a:lnTo>
                    <a:pt x="173101" y="587248"/>
                  </a:lnTo>
                  <a:lnTo>
                    <a:pt x="216014" y="593090"/>
                  </a:lnTo>
                  <a:lnTo>
                    <a:pt x="254711" y="609523"/>
                  </a:lnTo>
                  <a:lnTo>
                    <a:pt x="287566" y="634974"/>
                  </a:lnTo>
                  <a:lnTo>
                    <a:pt x="313016" y="667854"/>
                  </a:lnTo>
                  <a:lnTo>
                    <a:pt x="329438" y="706577"/>
                  </a:lnTo>
                  <a:lnTo>
                    <a:pt x="335280" y="749554"/>
                  </a:lnTo>
                  <a:lnTo>
                    <a:pt x="329463" y="792594"/>
                  </a:lnTo>
                  <a:lnTo>
                    <a:pt x="313093" y="831240"/>
                  </a:lnTo>
                  <a:lnTo>
                    <a:pt x="287718" y="863981"/>
                  </a:lnTo>
                  <a:lnTo>
                    <a:pt x="254876" y="889279"/>
                  </a:lnTo>
                  <a:lnTo>
                    <a:pt x="216154" y="905586"/>
                  </a:lnTo>
                  <a:lnTo>
                    <a:pt x="173101" y="911352"/>
                  </a:lnTo>
                  <a:lnTo>
                    <a:pt x="171196" y="911352"/>
                  </a:lnTo>
                  <a:lnTo>
                    <a:pt x="171196" y="813181"/>
                  </a:lnTo>
                  <a:lnTo>
                    <a:pt x="248793" y="813181"/>
                  </a:lnTo>
                  <a:lnTo>
                    <a:pt x="251841" y="810895"/>
                  </a:lnTo>
                  <a:lnTo>
                    <a:pt x="251841" y="754126"/>
                  </a:lnTo>
                  <a:lnTo>
                    <a:pt x="249174" y="751459"/>
                  </a:lnTo>
                  <a:lnTo>
                    <a:pt x="211328" y="751459"/>
                  </a:lnTo>
                  <a:lnTo>
                    <a:pt x="208661" y="753745"/>
                  </a:lnTo>
                  <a:lnTo>
                    <a:pt x="208661" y="759714"/>
                  </a:lnTo>
                  <a:lnTo>
                    <a:pt x="210947" y="762762"/>
                  </a:lnTo>
                  <a:lnTo>
                    <a:pt x="240919" y="762762"/>
                  </a:lnTo>
                  <a:lnTo>
                    <a:pt x="240919" y="803021"/>
                  </a:lnTo>
                  <a:lnTo>
                    <a:pt x="163195" y="803021"/>
                  </a:lnTo>
                  <a:lnTo>
                    <a:pt x="160147" y="805180"/>
                  </a:lnTo>
                  <a:lnTo>
                    <a:pt x="160147" y="920496"/>
                  </a:lnTo>
                  <a:lnTo>
                    <a:pt x="162814" y="922655"/>
                  </a:lnTo>
                  <a:lnTo>
                    <a:pt x="165481" y="923036"/>
                  </a:lnTo>
                  <a:lnTo>
                    <a:pt x="173101" y="923036"/>
                  </a:lnTo>
                  <a:lnTo>
                    <a:pt x="239102" y="910094"/>
                  </a:lnTo>
                  <a:lnTo>
                    <a:pt x="295402" y="872744"/>
                  </a:lnTo>
                  <a:lnTo>
                    <a:pt x="332841" y="816343"/>
                  </a:lnTo>
                  <a:lnTo>
                    <a:pt x="342531" y="784148"/>
                  </a:lnTo>
                  <a:lnTo>
                    <a:pt x="345821" y="750316"/>
                  </a:lnTo>
                  <a:close/>
                </a:path>
                <a:path w="346075" h="923289">
                  <a:moveTo>
                    <a:pt x="346075" y="172847"/>
                  </a:moveTo>
                  <a:lnTo>
                    <a:pt x="342722" y="139026"/>
                  </a:lnTo>
                  <a:lnTo>
                    <a:pt x="334645" y="112547"/>
                  </a:lnTo>
                  <a:lnTo>
                    <a:pt x="334645" y="172847"/>
                  </a:lnTo>
                  <a:lnTo>
                    <a:pt x="328828" y="215887"/>
                  </a:lnTo>
                  <a:lnTo>
                    <a:pt x="312458" y="254533"/>
                  </a:lnTo>
                  <a:lnTo>
                    <a:pt x="287083" y="287274"/>
                  </a:lnTo>
                  <a:lnTo>
                    <a:pt x="254241" y="312572"/>
                  </a:lnTo>
                  <a:lnTo>
                    <a:pt x="215519" y="328879"/>
                  </a:lnTo>
                  <a:lnTo>
                    <a:pt x="172466" y="334645"/>
                  </a:lnTo>
                  <a:lnTo>
                    <a:pt x="129425" y="328879"/>
                  </a:lnTo>
                  <a:lnTo>
                    <a:pt x="90779" y="312572"/>
                  </a:lnTo>
                  <a:lnTo>
                    <a:pt x="58039" y="287274"/>
                  </a:lnTo>
                  <a:lnTo>
                    <a:pt x="32740" y="254533"/>
                  </a:lnTo>
                  <a:lnTo>
                    <a:pt x="16433" y="215887"/>
                  </a:lnTo>
                  <a:lnTo>
                    <a:pt x="10668" y="172847"/>
                  </a:lnTo>
                  <a:lnTo>
                    <a:pt x="16433" y="129667"/>
                  </a:lnTo>
                  <a:lnTo>
                    <a:pt x="32740" y="90906"/>
                  </a:lnTo>
                  <a:lnTo>
                    <a:pt x="58039" y="58089"/>
                  </a:lnTo>
                  <a:lnTo>
                    <a:pt x="90779" y="32766"/>
                  </a:lnTo>
                  <a:lnTo>
                    <a:pt x="129425" y="16446"/>
                  </a:lnTo>
                  <a:lnTo>
                    <a:pt x="172466" y="10668"/>
                  </a:lnTo>
                  <a:lnTo>
                    <a:pt x="215519" y="16446"/>
                  </a:lnTo>
                  <a:lnTo>
                    <a:pt x="254241" y="32766"/>
                  </a:lnTo>
                  <a:lnTo>
                    <a:pt x="287070" y="58089"/>
                  </a:lnTo>
                  <a:lnTo>
                    <a:pt x="312458" y="90906"/>
                  </a:lnTo>
                  <a:lnTo>
                    <a:pt x="328828" y="129667"/>
                  </a:lnTo>
                  <a:lnTo>
                    <a:pt x="334645" y="172847"/>
                  </a:lnTo>
                  <a:lnTo>
                    <a:pt x="334645" y="112547"/>
                  </a:lnTo>
                  <a:lnTo>
                    <a:pt x="316979" y="77038"/>
                  </a:lnTo>
                  <a:lnTo>
                    <a:pt x="268871" y="28829"/>
                  </a:lnTo>
                  <a:lnTo>
                    <a:pt x="231343" y="10668"/>
                  </a:lnTo>
                  <a:lnTo>
                    <a:pt x="172847" y="0"/>
                  </a:lnTo>
                  <a:lnTo>
                    <a:pt x="139014" y="3314"/>
                  </a:lnTo>
                  <a:lnTo>
                    <a:pt x="77190" y="28829"/>
                  </a:lnTo>
                  <a:lnTo>
                    <a:pt x="29083" y="77038"/>
                  </a:lnTo>
                  <a:lnTo>
                    <a:pt x="3340" y="139026"/>
                  </a:lnTo>
                  <a:lnTo>
                    <a:pt x="0" y="172847"/>
                  </a:lnTo>
                  <a:lnTo>
                    <a:pt x="3340" y="206679"/>
                  </a:lnTo>
                  <a:lnTo>
                    <a:pt x="29083" y="268503"/>
                  </a:lnTo>
                  <a:lnTo>
                    <a:pt x="77190" y="316763"/>
                  </a:lnTo>
                  <a:lnTo>
                    <a:pt x="139014" y="342404"/>
                  </a:lnTo>
                  <a:lnTo>
                    <a:pt x="172847" y="345694"/>
                  </a:lnTo>
                  <a:lnTo>
                    <a:pt x="206883" y="342404"/>
                  </a:lnTo>
                  <a:lnTo>
                    <a:pt x="232613" y="334645"/>
                  </a:lnTo>
                  <a:lnTo>
                    <a:pt x="239153" y="332689"/>
                  </a:lnTo>
                  <a:lnTo>
                    <a:pt x="295275" y="294894"/>
                  </a:lnTo>
                  <a:lnTo>
                    <a:pt x="332905" y="238823"/>
                  </a:lnTo>
                  <a:lnTo>
                    <a:pt x="342722" y="206679"/>
                  </a:lnTo>
                  <a:lnTo>
                    <a:pt x="346075" y="1728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7311" y="2610865"/>
              <a:ext cx="215137" cy="2151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82541" y="1968626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172720" y="0"/>
                  </a:moveTo>
                  <a:lnTo>
                    <a:pt x="106743" y="12954"/>
                  </a:lnTo>
                  <a:lnTo>
                    <a:pt x="50673" y="50292"/>
                  </a:lnTo>
                  <a:lnTo>
                    <a:pt x="13144" y="106695"/>
                  </a:lnTo>
                  <a:lnTo>
                    <a:pt x="0" y="172720"/>
                  </a:lnTo>
                  <a:lnTo>
                    <a:pt x="3345" y="206559"/>
                  </a:lnTo>
                  <a:lnTo>
                    <a:pt x="29039" y="268428"/>
                  </a:lnTo>
                  <a:lnTo>
                    <a:pt x="77065" y="316634"/>
                  </a:lnTo>
                  <a:lnTo>
                    <a:pt x="138898" y="342272"/>
                  </a:lnTo>
                  <a:lnTo>
                    <a:pt x="172720" y="345567"/>
                  </a:lnTo>
                  <a:lnTo>
                    <a:pt x="206761" y="342272"/>
                  </a:lnTo>
                  <a:lnTo>
                    <a:pt x="232075" y="334645"/>
                  </a:lnTo>
                  <a:lnTo>
                    <a:pt x="172720" y="334645"/>
                  </a:lnTo>
                  <a:lnTo>
                    <a:pt x="129690" y="328868"/>
                  </a:lnTo>
                  <a:lnTo>
                    <a:pt x="91035" y="312561"/>
                  </a:lnTo>
                  <a:lnTo>
                    <a:pt x="58293" y="287258"/>
                  </a:lnTo>
                  <a:lnTo>
                    <a:pt x="33001" y="254493"/>
                  </a:lnTo>
                  <a:lnTo>
                    <a:pt x="16698" y="215802"/>
                  </a:lnTo>
                  <a:lnTo>
                    <a:pt x="10922" y="172720"/>
                  </a:lnTo>
                  <a:lnTo>
                    <a:pt x="16698" y="129530"/>
                  </a:lnTo>
                  <a:lnTo>
                    <a:pt x="33001" y="90767"/>
                  </a:lnTo>
                  <a:lnTo>
                    <a:pt x="58292" y="57959"/>
                  </a:lnTo>
                  <a:lnTo>
                    <a:pt x="91035" y="32634"/>
                  </a:lnTo>
                  <a:lnTo>
                    <a:pt x="129690" y="16318"/>
                  </a:lnTo>
                  <a:lnTo>
                    <a:pt x="172720" y="10541"/>
                  </a:lnTo>
                  <a:lnTo>
                    <a:pt x="230976" y="10541"/>
                  </a:lnTo>
                  <a:lnTo>
                    <a:pt x="206761" y="3286"/>
                  </a:lnTo>
                  <a:lnTo>
                    <a:pt x="172720" y="0"/>
                  </a:lnTo>
                  <a:close/>
                </a:path>
                <a:path w="346075" h="346075">
                  <a:moveTo>
                    <a:pt x="230976" y="10541"/>
                  </a:moveTo>
                  <a:lnTo>
                    <a:pt x="172720" y="10541"/>
                  </a:lnTo>
                  <a:lnTo>
                    <a:pt x="215909" y="16318"/>
                  </a:lnTo>
                  <a:lnTo>
                    <a:pt x="254672" y="32634"/>
                  </a:lnTo>
                  <a:lnTo>
                    <a:pt x="287480" y="57959"/>
                  </a:lnTo>
                  <a:lnTo>
                    <a:pt x="312805" y="90767"/>
                  </a:lnTo>
                  <a:lnTo>
                    <a:pt x="329121" y="129530"/>
                  </a:lnTo>
                  <a:lnTo>
                    <a:pt x="334899" y="172720"/>
                  </a:lnTo>
                  <a:lnTo>
                    <a:pt x="329121" y="215802"/>
                  </a:lnTo>
                  <a:lnTo>
                    <a:pt x="312805" y="254493"/>
                  </a:lnTo>
                  <a:lnTo>
                    <a:pt x="287480" y="287258"/>
                  </a:lnTo>
                  <a:lnTo>
                    <a:pt x="254672" y="312561"/>
                  </a:lnTo>
                  <a:lnTo>
                    <a:pt x="215909" y="328868"/>
                  </a:lnTo>
                  <a:lnTo>
                    <a:pt x="172720" y="334645"/>
                  </a:lnTo>
                  <a:lnTo>
                    <a:pt x="232075" y="334645"/>
                  </a:lnTo>
                  <a:lnTo>
                    <a:pt x="268749" y="316634"/>
                  </a:lnTo>
                  <a:lnTo>
                    <a:pt x="316801" y="268428"/>
                  </a:lnTo>
                  <a:lnTo>
                    <a:pt x="342582" y="206559"/>
                  </a:lnTo>
                  <a:lnTo>
                    <a:pt x="345948" y="172720"/>
                  </a:lnTo>
                  <a:lnTo>
                    <a:pt x="342582" y="138892"/>
                  </a:lnTo>
                  <a:lnTo>
                    <a:pt x="316801" y="76904"/>
                  </a:lnTo>
                  <a:lnTo>
                    <a:pt x="268749" y="28717"/>
                  </a:lnTo>
                  <a:lnTo>
                    <a:pt x="239029" y="12954"/>
                  </a:lnTo>
                  <a:lnTo>
                    <a:pt x="230976" y="105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2518" y="2055748"/>
              <a:ext cx="227457" cy="1856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509</Words>
  <Application>Microsoft Office PowerPoint</Application>
  <PresentationFormat>On-screen Show (16:9)</PresentationFormat>
  <Paragraphs>112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Javanese Text</vt:lpstr>
      <vt:lpstr>Tahoma</vt:lpstr>
      <vt:lpstr>Wingdings</vt:lpstr>
      <vt:lpstr>Office Theme</vt:lpstr>
      <vt:lpstr>Feasibility Study and</vt:lpstr>
      <vt:lpstr>SUPERVISORS</vt:lpstr>
      <vt:lpstr>TABLE OF CONTENTS</vt:lpstr>
      <vt:lpstr>INTRODUCTION</vt:lpstr>
      <vt:lpstr>OBJECTIVES</vt:lpstr>
      <vt:lpstr>PowerPoint Presentation</vt:lpstr>
      <vt:lpstr>METHODOLOGY</vt:lpstr>
      <vt:lpstr>EXPECTED  OUTCOMES</vt:lpstr>
      <vt:lpstr>TIMELINE</vt:lpstr>
      <vt:lpstr>SIGNIFICANCE OF  THE PROJECT</vt:lpstr>
      <vt:lpstr>PowerPoint Presentation</vt:lpstr>
      <vt:lpstr>CONCLUSION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Salinda Madushan</dc:creator>
  <cp:lastModifiedBy>Salinda Madushan</cp:lastModifiedBy>
  <cp:revision>2</cp:revision>
  <dcterms:created xsi:type="dcterms:W3CDTF">2024-12-08T20:15:07Z</dcterms:created>
  <dcterms:modified xsi:type="dcterms:W3CDTF">2024-12-10T07:54:50Z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2024-12-08T00:00:00Z</vt:filetime>
  </property>
</Properties>
</file>